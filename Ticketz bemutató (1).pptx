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92" r:id="rId3"/>
    <p:sldId id="293" r:id="rId4"/>
    <p:sldId id="294" r:id="rId5"/>
    <p:sldId id="295" r:id="rId6"/>
    <p:sldId id="296" r:id="rId7"/>
    <p:sldId id="257" r:id="rId8"/>
    <p:sldId id="272" r:id="rId9"/>
    <p:sldId id="273" r:id="rId10"/>
    <p:sldId id="258" r:id="rId11"/>
    <p:sldId id="274" r:id="rId12"/>
    <p:sldId id="275" r:id="rId13"/>
    <p:sldId id="276" r:id="rId14"/>
    <p:sldId id="277" r:id="rId15"/>
    <p:sldId id="278" r:id="rId16"/>
    <p:sldId id="279" r:id="rId17"/>
    <p:sldId id="299" r:id="rId18"/>
    <p:sldId id="300" r:id="rId19"/>
    <p:sldId id="301" r:id="rId20"/>
    <p:sldId id="302" r:id="rId21"/>
    <p:sldId id="280" r:id="rId22"/>
    <p:sldId id="289" r:id="rId23"/>
    <p:sldId id="281" r:id="rId24"/>
    <p:sldId id="290" r:id="rId25"/>
    <p:sldId id="282" r:id="rId26"/>
    <p:sldId id="283" r:id="rId27"/>
    <p:sldId id="284" r:id="rId28"/>
    <p:sldId id="285" r:id="rId29"/>
    <p:sldId id="297" r:id="rId30"/>
    <p:sldId id="298" r:id="rId31"/>
    <p:sldId id="286" r:id="rId32"/>
    <p:sldId id="287" r:id="rId33"/>
    <p:sldId id="288" r:id="rId34"/>
    <p:sldId id="291" r:id="rId3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5751"/>
    <a:srgbClr val="E7D7C1"/>
    <a:srgbClr val="C7B1A0"/>
    <a:srgbClr val="8C1C13"/>
    <a:srgbClr val="78221C"/>
    <a:srgbClr val="D38D82"/>
    <a:srgbClr val="BF4342"/>
    <a:srgbClr val="A78A7F"/>
    <a:srgbClr val="9C322A"/>
    <a:srgbClr val="BA44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83E684-63E6-41BD-8ECA-FD872AA850C8}" v="122" dt="2026-04-22T19:27:57.424"/>
    <p1510:client id="{B5514EAD-655E-4DBE-9A25-A29E0D01B179}" v="40" dt="2026-04-22T10:19:50.3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48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406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39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983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701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33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89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036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432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778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975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382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604DCB64-C775-113B-2D21-7BBEA30E7231}"/>
              </a:ext>
            </a:extLst>
          </p:cNvPr>
          <p:cNvSpPr/>
          <p:nvPr/>
        </p:nvSpPr>
        <p:spPr>
          <a:xfrm>
            <a:off x="4022480" y="516954"/>
            <a:ext cx="603250" cy="814916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" name="Téglalap 21">
            <a:extLst>
              <a:ext uri="{FF2B5EF4-FFF2-40B4-BE49-F238E27FC236}">
                <a16:creationId xmlns:a16="http://schemas.microsoft.com/office/drawing/2014/main" id="{3BE135AF-216C-84CE-E677-4119E8AB6C10}"/>
              </a:ext>
            </a:extLst>
          </p:cNvPr>
          <p:cNvSpPr/>
          <p:nvPr/>
        </p:nvSpPr>
        <p:spPr>
          <a:xfrm>
            <a:off x="-317500" y="105832"/>
            <a:ext cx="12340167" cy="6635750"/>
          </a:xfrm>
          <a:prstGeom prst="rect">
            <a:avLst/>
          </a:prstGeom>
          <a:noFill/>
          <a:ln w="57150">
            <a:solidFill>
              <a:srgbClr val="A630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B26ABDC8-5467-20C3-84F3-FA72DADD3E63}"/>
              </a:ext>
            </a:extLst>
          </p:cNvPr>
          <p:cNvSpPr txBox="1"/>
          <p:nvPr/>
        </p:nvSpPr>
        <p:spPr>
          <a:xfrm>
            <a:off x="6097788" y="5669322"/>
            <a:ext cx="34167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b="1">
                <a:solidFill>
                  <a:srgbClr val="A6302B"/>
                </a:solidFill>
                <a:latin typeface="Calibri"/>
                <a:ea typeface="Calibri"/>
                <a:cs typeface="Calibri"/>
              </a:rPr>
              <a:t>By: Bettina, Enikő, Lilla</a:t>
            </a:r>
            <a:endParaRPr lang="hu-HU">
              <a:solidFill>
                <a:srgbClr val="A6302B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5230786" y="1198033"/>
            <a:ext cx="5151068" cy="1318434"/>
          </a:xfrm>
        </p:spPr>
        <p:txBody>
          <a:bodyPr>
            <a:noAutofit/>
          </a:bodyPr>
          <a:lstStyle/>
          <a:p>
            <a:r>
              <a:rPr lang="hu-HU" sz="8800">
                <a:solidFill>
                  <a:srgbClr val="A6302B"/>
                </a:solidFill>
                <a:latin typeface="HGGothicE"/>
                <a:ea typeface="HGGothicE"/>
              </a:rPr>
              <a:t>TICKETZ</a:t>
            </a:r>
          </a:p>
        </p:txBody>
      </p:sp>
      <p:sp>
        <p:nvSpPr>
          <p:cNvPr id="3" name="Téglalap: lekerekített 2">
            <a:extLst>
              <a:ext uri="{FF2B5EF4-FFF2-40B4-BE49-F238E27FC236}">
                <a16:creationId xmlns:a16="http://schemas.microsoft.com/office/drawing/2014/main" id="{6120D100-5C22-1B0B-2947-20B93B1FBB98}"/>
              </a:ext>
            </a:extLst>
          </p:cNvPr>
          <p:cNvSpPr/>
          <p:nvPr/>
        </p:nvSpPr>
        <p:spPr>
          <a:xfrm>
            <a:off x="-814" y="-10583"/>
            <a:ext cx="4275666" cy="6858000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Téglalap: lekerekített 23">
            <a:extLst>
              <a:ext uri="{FF2B5EF4-FFF2-40B4-BE49-F238E27FC236}">
                <a16:creationId xmlns:a16="http://schemas.microsoft.com/office/drawing/2014/main" id="{EB58A590-27CA-8568-509B-C7E817655C70}"/>
              </a:ext>
            </a:extLst>
          </p:cNvPr>
          <p:cNvSpPr/>
          <p:nvPr/>
        </p:nvSpPr>
        <p:spPr>
          <a:xfrm>
            <a:off x="3726146" y="1130787"/>
            <a:ext cx="603250" cy="814916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Téglalap: lekerekített 22">
            <a:extLst>
              <a:ext uri="{FF2B5EF4-FFF2-40B4-BE49-F238E27FC236}">
                <a16:creationId xmlns:a16="http://schemas.microsoft.com/office/drawing/2014/main" id="{4FA7E878-DF0C-5D08-03CD-61A30A32F0AB}"/>
              </a:ext>
            </a:extLst>
          </p:cNvPr>
          <p:cNvSpPr/>
          <p:nvPr/>
        </p:nvSpPr>
        <p:spPr>
          <a:xfrm>
            <a:off x="-318315" y="-10584"/>
            <a:ext cx="4275666" cy="6858000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B22577B9-7FD2-0F8D-544C-FA5222FFFFDB}"/>
              </a:ext>
            </a:extLst>
          </p:cNvPr>
          <p:cNvSpPr/>
          <p:nvPr/>
        </p:nvSpPr>
        <p:spPr>
          <a:xfrm>
            <a:off x="-638256" y="0"/>
            <a:ext cx="4275666" cy="6858000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81F8E489-A482-0AE6-9B4E-1AFC09FD3268}"/>
              </a:ext>
            </a:extLst>
          </p:cNvPr>
          <p:cNvSpPr/>
          <p:nvPr/>
        </p:nvSpPr>
        <p:spPr>
          <a:xfrm>
            <a:off x="3332121" y="1451543"/>
            <a:ext cx="603250" cy="814916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1B947EA8-112E-A271-7F04-7FC469E27625}"/>
              </a:ext>
            </a:extLst>
          </p:cNvPr>
          <p:cNvSpPr/>
          <p:nvPr/>
        </p:nvSpPr>
        <p:spPr>
          <a:xfrm>
            <a:off x="-941102" y="0"/>
            <a:ext cx="4275666" cy="6858000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E05A62B1-CD0E-5DBC-7328-BEB54B88891C}"/>
              </a:ext>
            </a:extLst>
          </p:cNvPr>
          <p:cNvSpPr/>
          <p:nvPr/>
        </p:nvSpPr>
        <p:spPr>
          <a:xfrm>
            <a:off x="3126967" y="1944889"/>
            <a:ext cx="603250" cy="814916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72BD50A7-A1C1-9733-E7CB-3EE38C07447C}"/>
              </a:ext>
            </a:extLst>
          </p:cNvPr>
          <p:cNvSpPr/>
          <p:nvPr/>
        </p:nvSpPr>
        <p:spPr>
          <a:xfrm>
            <a:off x="-1243948" y="0"/>
            <a:ext cx="4275666" cy="6858000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Téglalap: lekerekített 10">
            <a:extLst>
              <a:ext uri="{FF2B5EF4-FFF2-40B4-BE49-F238E27FC236}">
                <a16:creationId xmlns:a16="http://schemas.microsoft.com/office/drawing/2014/main" id="{77F69A14-01BD-CE95-E1A4-5BD6417552FE}"/>
              </a:ext>
            </a:extLst>
          </p:cNvPr>
          <p:cNvSpPr/>
          <p:nvPr/>
        </p:nvSpPr>
        <p:spPr>
          <a:xfrm>
            <a:off x="2824120" y="2522901"/>
            <a:ext cx="603250" cy="814916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: lekerekített 11">
            <a:extLst>
              <a:ext uri="{FF2B5EF4-FFF2-40B4-BE49-F238E27FC236}">
                <a16:creationId xmlns:a16="http://schemas.microsoft.com/office/drawing/2014/main" id="{CAEE8B85-4892-990A-0C4A-F899A736A3CE}"/>
              </a:ext>
            </a:extLst>
          </p:cNvPr>
          <p:cNvSpPr/>
          <p:nvPr/>
        </p:nvSpPr>
        <p:spPr>
          <a:xfrm>
            <a:off x="-1527255" y="0"/>
            <a:ext cx="4275666" cy="6858000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: lekerekített 12">
            <a:extLst>
              <a:ext uri="{FF2B5EF4-FFF2-40B4-BE49-F238E27FC236}">
                <a16:creationId xmlns:a16="http://schemas.microsoft.com/office/drawing/2014/main" id="{04E1D68A-A826-92C7-9A72-486A44772B22}"/>
              </a:ext>
            </a:extLst>
          </p:cNvPr>
          <p:cNvSpPr/>
          <p:nvPr/>
        </p:nvSpPr>
        <p:spPr>
          <a:xfrm>
            <a:off x="2521273" y="3086260"/>
            <a:ext cx="603250" cy="814916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E1C74C74-3BAD-A7D1-E16F-FBA351A5BDD1}"/>
              </a:ext>
            </a:extLst>
          </p:cNvPr>
          <p:cNvSpPr/>
          <p:nvPr/>
        </p:nvSpPr>
        <p:spPr>
          <a:xfrm>
            <a:off x="-1751947" y="0"/>
            <a:ext cx="4275666" cy="6858000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: lekerekített 14">
            <a:extLst>
              <a:ext uri="{FF2B5EF4-FFF2-40B4-BE49-F238E27FC236}">
                <a16:creationId xmlns:a16="http://schemas.microsoft.com/office/drawing/2014/main" id="{0FAC6195-02AC-2C32-7161-714644A177D5}"/>
              </a:ext>
            </a:extLst>
          </p:cNvPr>
          <p:cNvSpPr/>
          <p:nvPr/>
        </p:nvSpPr>
        <p:spPr>
          <a:xfrm>
            <a:off x="2222498" y="3713932"/>
            <a:ext cx="603250" cy="814916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7124173E-2007-0DCC-1B1F-AD380DA36BB3}"/>
              </a:ext>
            </a:extLst>
          </p:cNvPr>
          <p:cNvSpPr/>
          <p:nvPr/>
        </p:nvSpPr>
        <p:spPr>
          <a:xfrm>
            <a:off x="-2058864" y="-1"/>
            <a:ext cx="4275666" cy="6858000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Téglalap: lekerekített 16">
            <a:extLst>
              <a:ext uri="{FF2B5EF4-FFF2-40B4-BE49-F238E27FC236}">
                <a16:creationId xmlns:a16="http://schemas.microsoft.com/office/drawing/2014/main" id="{C4AA4DE5-C55B-6745-77A8-13DB26F6B1AD}"/>
              </a:ext>
            </a:extLst>
          </p:cNvPr>
          <p:cNvSpPr/>
          <p:nvPr/>
        </p:nvSpPr>
        <p:spPr>
          <a:xfrm>
            <a:off x="2021414" y="4306598"/>
            <a:ext cx="603250" cy="814916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1C59E1CC-65C4-463A-25C5-F2687763D193}"/>
              </a:ext>
            </a:extLst>
          </p:cNvPr>
          <p:cNvSpPr/>
          <p:nvPr/>
        </p:nvSpPr>
        <p:spPr>
          <a:xfrm>
            <a:off x="-2355197" y="-2"/>
            <a:ext cx="4275666" cy="6858000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Téglalap: lekerekített 18">
            <a:extLst>
              <a:ext uri="{FF2B5EF4-FFF2-40B4-BE49-F238E27FC236}">
                <a16:creationId xmlns:a16="http://schemas.microsoft.com/office/drawing/2014/main" id="{769CE26D-DA17-D1AB-35F3-A8AE771AC616}"/>
              </a:ext>
            </a:extLst>
          </p:cNvPr>
          <p:cNvSpPr/>
          <p:nvPr/>
        </p:nvSpPr>
        <p:spPr>
          <a:xfrm>
            <a:off x="1725080" y="4856931"/>
            <a:ext cx="603250" cy="814916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: lekerekített 19">
            <a:extLst>
              <a:ext uri="{FF2B5EF4-FFF2-40B4-BE49-F238E27FC236}">
                <a16:creationId xmlns:a16="http://schemas.microsoft.com/office/drawing/2014/main" id="{EEA8F855-FF9D-D3D0-7AF0-263BF9DE0613}"/>
              </a:ext>
            </a:extLst>
          </p:cNvPr>
          <p:cNvSpPr/>
          <p:nvPr/>
        </p:nvSpPr>
        <p:spPr>
          <a:xfrm>
            <a:off x="-2662113" y="-3"/>
            <a:ext cx="4275666" cy="6858000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Téglalap: lekerekített 20">
            <a:extLst>
              <a:ext uri="{FF2B5EF4-FFF2-40B4-BE49-F238E27FC236}">
                <a16:creationId xmlns:a16="http://schemas.microsoft.com/office/drawing/2014/main" id="{C924D211-FFE3-0E36-9717-AD2674C29D6B}"/>
              </a:ext>
            </a:extLst>
          </p:cNvPr>
          <p:cNvSpPr/>
          <p:nvPr/>
        </p:nvSpPr>
        <p:spPr>
          <a:xfrm>
            <a:off x="1428746" y="5396681"/>
            <a:ext cx="603250" cy="814916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63" name="Kép 62" descr="A képen szöveg, Grafika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09E387DD-1D35-6C1E-B68B-5CA6DBE7F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700000">
            <a:off x="6747933" y="2853267"/>
            <a:ext cx="2125134" cy="210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7484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F52BB1-7243-00B6-E0F4-D49A1415A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églalap: lekerekített 70">
            <a:extLst>
              <a:ext uri="{FF2B5EF4-FFF2-40B4-BE49-F238E27FC236}">
                <a16:creationId xmlns:a16="http://schemas.microsoft.com/office/drawing/2014/main" id="{BC900ED8-4597-F1E6-9276-92A2EF94141F}"/>
              </a:ext>
            </a:extLst>
          </p:cNvPr>
          <p:cNvSpPr/>
          <p:nvPr/>
        </p:nvSpPr>
        <p:spPr>
          <a:xfrm>
            <a:off x="-413564" y="0"/>
            <a:ext cx="12276666" cy="6858000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0" name="Téglalap 79">
            <a:extLst>
              <a:ext uri="{FF2B5EF4-FFF2-40B4-BE49-F238E27FC236}">
                <a16:creationId xmlns:a16="http://schemas.microsoft.com/office/drawing/2014/main" id="{AFC32389-6383-5889-7ED6-001222221DE0}"/>
              </a:ext>
            </a:extLst>
          </p:cNvPr>
          <p:cNvSpPr/>
          <p:nvPr/>
        </p:nvSpPr>
        <p:spPr>
          <a:xfrm>
            <a:off x="3958165" y="2106082"/>
            <a:ext cx="7905749" cy="825500"/>
          </a:xfrm>
          <a:prstGeom prst="rect">
            <a:avLst/>
          </a:prstGeom>
          <a:solidFill>
            <a:srgbClr val="E7D7C1"/>
          </a:solidFill>
          <a:ln w="28575">
            <a:solidFill>
              <a:srgbClr val="8C1C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3" name="Téglalap: lekerekített 72">
            <a:extLst>
              <a:ext uri="{FF2B5EF4-FFF2-40B4-BE49-F238E27FC236}">
                <a16:creationId xmlns:a16="http://schemas.microsoft.com/office/drawing/2014/main" id="{1A7D1685-DFA2-EB4B-CBC3-9D89A5DDBFE4}"/>
              </a:ext>
            </a:extLst>
          </p:cNvPr>
          <p:cNvSpPr/>
          <p:nvPr/>
        </p:nvSpPr>
        <p:spPr>
          <a:xfrm>
            <a:off x="11451981" y="485204"/>
            <a:ext cx="603250" cy="814916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4" name="Téglalap: lekerekített 33">
            <a:extLst>
              <a:ext uri="{FF2B5EF4-FFF2-40B4-BE49-F238E27FC236}">
                <a16:creationId xmlns:a16="http://schemas.microsoft.com/office/drawing/2014/main" id="{5F96B331-204E-3059-4410-972992928114}"/>
              </a:ext>
            </a:extLst>
          </p:cNvPr>
          <p:cNvSpPr/>
          <p:nvPr/>
        </p:nvSpPr>
        <p:spPr>
          <a:xfrm>
            <a:off x="3726146" y="1130787"/>
            <a:ext cx="603250" cy="814916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6" name="Téglalap: lekerekített 35">
            <a:extLst>
              <a:ext uri="{FF2B5EF4-FFF2-40B4-BE49-F238E27FC236}">
                <a16:creationId xmlns:a16="http://schemas.microsoft.com/office/drawing/2014/main" id="{B9A4D204-0A0E-2A85-35B9-3FA0F0D6D5EF}"/>
              </a:ext>
            </a:extLst>
          </p:cNvPr>
          <p:cNvSpPr/>
          <p:nvPr/>
        </p:nvSpPr>
        <p:spPr>
          <a:xfrm>
            <a:off x="-318315" y="-10584"/>
            <a:ext cx="4275666" cy="6858000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8" name="Téglalap: lekerekített 37">
            <a:extLst>
              <a:ext uri="{FF2B5EF4-FFF2-40B4-BE49-F238E27FC236}">
                <a16:creationId xmlns:a16="http://schemas.microsoft.com/office/drawing/2014/main" id="{B58C0A8C-3814-611E-2FEF-6751B42A7EAF}"/>
              </a:ext>
            </a:extLst>
          </p:cNvPr>
          <p:cNvSpPr/>
          <p:nvPr/>
        </p:nvSpPr>
        <p:spPr>
          <a:xfrm>
            <a:off x="-638256" y="0"/>
            <a:ext cx="4275666" cy="6858000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Téglalap: lekerekített 39">
            <a:extLst>
              <a:ext uri="{FF2B5EF4-FFF2-40B4-BE49-F238E27FC236}">
                <a16:creationId xmlns:a16="http://schemas.microsoft.com/office/drawing/2014/main" id="{BA8BE495-A613-0D69-C671-E62EA8B0C92F}"/>
              </a:ext>
            </a:extLst>
          </p:cNvPr>
          <p:cNvSpPr/>
          <p:nvPr/>
        </p:nvSpPr>
        <p:spPr>
          <a:xfrm>
            <a:off x="3332121" y="1451543"/>
            <a:ext cx="603250" cy="814916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2" name="Téglalap: lekerekített 41">
            <a:extLst>
              <a:ext uri="{FF2B5EF4-FFF2-40B4-BE49-F238E27FC236}">
                <a16:creationId xmlns:a16="http://schemas.microsoft.com/office/drawing/2014/main" id="{F06CB1D9-FCF9-E030-E497-14CFA28431C4}"/>
              </a:ext>
            </a:extLst>
          </p:cNvPr>
          <p:cNvSpPr/>
          <p:nvPr/>
        </p:nvSpPr>
        <p:spPr>
          <a:xfrm>
            <a:off x="-941102" y="0"/>
            <a:ext cx="4275666" cy="6858000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4" name="Téglalap: lekerekített 43">
            <a:extLst>
              <a:ext uri="{FF2B5EF4-FFF2-40B4-BE49-F238E27FC236}">
                <a16:creationId xmlns:a16="http://schemas.microsoft.com/office/drawing/2014/main" id="{52351C13-E9EE-610C-276C-1498884CE250}"/>
              </a:ext>
            </a:extLst>
          </p:cNvPr>
          <p:cNvSpPr/>
          <p:nvPr/>
        </p:nvSpPr>
        <p:spPr>
          <a:xfrm>
            <a:off x="3126967" y="1944889"/>
            <a:ext cx="603250" cy="814916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6" name="Téglalap: lekerekített 45">
            <a:extLst>
              <a:ext uri="{FF2B5EF4-FFF2-40B4-BE49-F238E27FC236}">
                <a16:creationId xmlns:a16="http://schemas.microsoft.com/office/drawing/2014/main" id="{46EDB452-5E29-71BA-E0BD-1833584C3D2F}"/>
              </a:ext>
            </a:extLst>
          </p:cNvPr>
          <p:cNvSpPr/>
          <p:nvPr/>
        </p:nvSpPr>
        <p:spPr>
          <a:xfrm>
            <a:off x="-1243948" y="0"/>
            <a:ext cx="4275666" cy="6858000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8" name="Téglalap: lekerekített 47">
            <a:extLst>
              <a:ext uri="{FF2B5EF4-FFF2-40B4-BE49-F238E27FC236}">
                <a16:creationId xmlns:a16="http://schemas.microsoft.com/office/drawing/2014/main" id="{534F504E-70A6-DA1E-EE3C-88ADAA787E65}"/>
              </a:ext>
            </a:extLst>
          </p:cNvPr>
          <p:cNvSpPr/>
          <p:nvPr/>
        </p:nvSpPr>
        <p:spPr>
          <a:xfrm>
            <a:off x="2824120" y="2522901"/>
            <a:ext cx="603250" cy="814916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0" name="Téglalap: lekerekített 49">
            <a:extLst>
              <a:ext uri="{FF2B5EF4-FFF2-40B4-BE49-F238E27FC236}">
                <a16:creationId xmlns:a16="http://schemas.microsoft.com/office/drawing/2014/main" id="{F7A6770F-5B6F-219D-27E9-E6AAFD04C96F}"/>
              </a:ext>
            </a:extLst>
          </p:cNvPr>
          <p:cNvSpPr/>
          <p:nvPr/>
        </p:nvSpPr>
        <p:spPr>
          <a:xfrm>
            <a:off x="-1527255" y="0"/>
            <a:ext cx="4275666" cy="6858000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2" name="Téglalap: lekerekített 51">
            <a:extLst>
              <a:ext uri="{FF2B5EF4-FFF2-40B4-BE49-F238E27FC236}">
                <a16:creationId xmlns:a16="http://schemas.microsoft.com/office/drawing/2014/main" id="{B8167F37-2DF8-89A1-A4EE-6CFE28E7A045}"/>
              </a:ext>
            </a:extLst>
          </p:cNvPr>
          <p:cNvSpPr/>
          <p:nvPr/>
        </p:nvSpPr>
        <p:spPr>
          <a:xfrm>
            <a:off x="2521273" y="3086260"/>
            <a:ext cx="603250" cy="814916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4" name="Téglalap: lekerekített 53">
            <a:extLst>
              <a:ext uri="{FF2B5EF4-FFF2-40B4-BE49-F238E27FC236}">
                <a16:creationId xmlns:a16="http://schemas.microsoft.com/office/drawing/2014/main" id="{2EEB9F54-140F-3830-8E5A-29821F27E625}"/>
              </a:ext>
            </a:extLst>
          </p:cNvPr>
          <p:cNvSpPr/>
          <p:nvPr/>
        </p:nvSpPr>
        <p:spPr>
          <a:xfrm>
            <a:off x="-1751947" y="0"/>
            <a:ext cx="4275666" cy="6858000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6" name="Téglalap: lekerekített 55">
            <a:extLst>
              <a:ext uri="{FF2B5EF4-FFF2-40B4-BE49-F238E27FC236}">
                <a16:creationId xmlns:a16="http://schemas.microsoft.com/office/drawing/2014/main" id="{D353EF1F-F95E-80DD-135B-8435A827B1E2}"/>
              </a:ext>
            </a:extLst>
          </p:cNvPr>
          <p:cNvSpPr/>
          <p:nvPr/>
        </p:nvSpPr>
        <p:spPr>
          <a:xfrm>
            <a:off x="2222498" y="3713932"/>
            <a:ext cx="603250" cy="814916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8" name="Téglalap: lekerekített 57">
            <a:extLst>
              <a:ext uri="{FF2B5EF4-FFF2-40B4-BE49-F238E27FC236}">
                <a16:creationId xmlns:a16="http://schemas.microsoft.com/office/drawing/2014/main" id="{91556A2C-1466-F7EF-A69F-951C16141B2D}"/>
              </a:ext>
            </a:extLst>
          </p:cNvPr>
          <p:cNvSpPr/>
          <p:nvPr/>
        </p:nvSpPr>
        <p:spPr>
          <a:xfrm>
            <a:off x="-2058864" y="-1"/>
            <a:ext cx="4275666" cy="6858000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0" name="Téglalap: lekerekített 59">
            <a:extLst>
              <a:ext uri="{FF2B5EF4-FFF2-40B4-BE49-F238E27FC236}">
                <a16:creationId xmlns:a16="http://schemas.microsoft.com/office/drawing/2014/main" id="{E16110B7-D993-202C-5E7D-25145815B18C}"/>
              </a:ext>
            </a:extLst>
          </p:cNvPr>
          <p:cNvSpPr/>
          <p:nvPr/>
        </p:nvSpPr>
        <p:spPr>
          <a:xfrm>
            <a:off x="2021414" y="4306598"/>
            <a:ext cx="603250" cy="814916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2" name="Téglalap: lekerekített 61">
            <a:extLst>
              <a:ext uri="{FF2B5EF4-FFF2-40B4-BE49-F238E27FC236}">
                <a16:creationId xmlns:a16="http://schemas.microsoft.com/office/drawing/2014/main" id="{BFA72ECF-06B0-6C7D-F89A-0E62480C9C78}"/>
              </a:ext>
            </a:extLst>
          </p:cNvPr>
          <p:cNvSpPr/>
          <p:nvPr/>
        </p:nvSpPr>
        <p:spPr>
          <a:xfrm>
            <a:off x="-2355197" y="-2"/>
            <a:ext cx="4275666" cy="6858000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5" name="Téglalap: lekerekített 64">
            <a:extLst>
              <a:ext uri="{FF2B5EF4-FFF2-40B4-BE49-F238E27FC236}">
                <a16:creationId xmlns:a16="http://schemas.microsoft.com/office/drawing/2014/main" id="{9928C333-741D-2304-CDC0-FEEF85829038}"/>
              </a:ext>
            </a:extLst>
          </p:cNvPr>
          <p:cNvSpPr/>
          <p:nvPr/>
        </p:nvSpPr>
        <p:spPr>
          <a:xfrm>
            <a:off x="1725080" y="4856931"/>
            <a:ext cx="603250" cy="814916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7" name="Téglalap: lekerekített 66">
            <a:extLst>
              <a:ext uri="{FF2B5EF4-FFF2-40B4-BE49-F238E27FC236}">
                <a16:creationId xmlns:a16="http://schemas.microsoft.com/office/drawing/2014/main" id="{F954936D-F0FB-D342-25D4-F7C24D0308EE}"/>
              </a:ext>
            </a:extLst>
          </p:cNvPr>
          <p:cNvSpPr/>
          <p:nvPr/>
        </p:nvSpPr>
        <p:spPr>
          <a:xfrm>
            <a:off x="-2662113" y="-3"/>
            <a:ext cx="4275666" cy="6858000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9" name="Téglalap: lekerekített 68">
            <a:extLst>
              <a:ext uri="{FF2B5EF4-FFF2-40B4-BE49-F238E27FC236}">
                <a16:creationId xmlns:a16="http://schemas.microsoft.com/office/drawing/2014/main" id="{8258B457-65EE-C944-F752-C6B047654150}"/>
              </a:ext>
            </a:extLst>
          </p:cNvPr>
          <p:cNvSpPr/>
          <p:nvPr/>
        </p:nvSpPr>
        <p:spPr>
          <a:xfrm>
            <a:off x="1428746" y="5396681"/>
            <a:ext cx="603250" cy="814916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5" name="Cím 1">
            <a:extLst>
              <a:ext uri="{FF2B5EF4-FFF2-40B4-BE49-F238E27FC236}">
                <a16:creationId xmlns:a16="http://schemas.microsoft.com/office/drawing/2014/main" id="{3CD73AB0-864C-D9AC-0377-12B34700935E}"/>
              </a:ext>
            </a:extLst>
          </p:cNvPr>
          <p:cNvSpPr txBox="1">
            <a:spLocks/>
          </p:cNvSpPr>
          <p:nvPr/>
        </p:nvSpPr>
        <p:spPr>
          <a:xfrm>
            <a:off x="4913285" y="764118"/>
            <a:ext cx="7140734" cy="136076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5400">
                <a:solidFill>
                  <a:srgbClr val="E7D7C1"/>
                </a:solidFill>
                <a:latin typeface="HGGothicE"/>
                <a:ea typeface="HGGothicE"/>
              </a:rPr>
              <a:t>Technologies </a:t>
            </a:r>
            <a:r>
              <a:rPr lang="hu-HU" sz="5400" err="1">
                <a:solidFill>
                  <a:srgbClr val="E7D7C1"/>
                </a:solidFill>
                <a:latin typeface="HGGothicE"/>
                <a:ea typeface="HGGothicE"/>
              </a:rPr>
              <a:t>Used</a:t>
            </a:r>
            <a:endParaRPr lang="hu-HU" sz="5400">
              <a:solidFill>
                <a:srgbClr val="E7D7C1"/>
              </a:solidFill>
              <a:latin typeface="HGGothicE"/>
              <a:ea typeface="HGGothicE"/>
            </a:endParaRPr>
          </a:p>
        </p:txBody>
      </p:sp>
      <p:sp>
        <p:nvSpPr>
          <p:cNvPr id="81" name="Szövegdoboz 80">
            <a:extLst>
              <a:ext uri="{FF2B5EF4-FFF2-40B4-BE49-F238E27FC236}">
                <a16:creationId xmlns:a16="http://schemas.microsoft.com/office/drawing/2014/main" id="{36693448-2C72-9123-448A-BFC64C30E82F}"/>
              </a:ext>
            </a:extLst>
          </p:cNvPr>
          <p:cNvSpPr txBox="1"/>
          <p:nvPr/>
        </p:nvSpPr>
        <p:spPr>
          <a:xfrm>
            <a:off x="4116917" y="2243666"/>
            <a:ext cx="19367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800">
                <a:solidFill>
                  <a:srgbClr val="BF4342"/>
                </a:solidFill>
                <a:latin typeface="HGGothicE"/>
                <a:ea typeface="HGGothicE"/>
              </a:rPr>
              <a:t>Frontend</a:t>
            </a:r>
          </a:p>
        </p:txBody>
      </p:sp>
      <p:sp>
        <p:nvSpPr>
          <p:cNvPr id="82" name="Szövegdoboz 81">
            <a:extLst>
              <a:ext uri="{FF2B5EF4-FFF2-40B4-BE49-F238E27FC236}">
                <a16:creationId xmlns:a16="http://schemas.microsoft.com/office/drawing/2014/main" id="{8E76CE54-9AC2-1CC7-AEF9-4698416F5255}"/>
              </a:ext>
            </a:extLst>
          </p:cNvPr>
          <p:cNvSpPr txBox="1"/>
          <p:nvPr/>
        </p:nvSpPr>
        <p:spPr>
          <a:xfrm>
            <a:off x="6053666" y="2243665"/>
            <a:ext cx="19367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800">
                <a:solidFill>
                  <a:srgbClr val="BF4342"/>
                </a:solidFill>
                <a:latin typeface="HGGothicE"/>
                <a:ea typeface="HGGothicE"/>
              </a:rPr>
              <a:t>Backend</a:t>
            </a:r>
          </a:p>
        </p:txBody>
      </p:sp>
      <p:sp>
        <p:nvSpPr>
          <p:cNvPr id="83" name="Szövegdoboz 82">
            <a:extLst>
              <a:ext uri="{FF2B5EF4-FFF2-40B4-BE49-F238E27FC236}">
                <a16:creationId xmlns:a16="http://schemas.microsoft.com/office/drawing/2014/main" id="{E7B0706B-0F4A-BACB-8E88-AB5F3AD33EEA}"/>
              </a:ext>
            </a:extLst>
          </p:cNvPr>
          <p:cNvSpPr txBox="1"/>
          <p:nvPr/>
        </p:nvSpPr>
        <p:spPr>
          <a:xfrm>
            <a:off x="7990415" y="2243664"/>
            <a:ext cx="19367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800" err="1">
                <a:solidFill>
                  <a:srgbClr val="BF4342"/>
                </a:solidFill>
                <a:latin typeface="HGGothicE"/>
                <a:ea typeface="HGGothicE"/>
              </a:rPr>
              <a:t>Database</a:t>
            </a:r>
          </a:p>
        </p:txBody>
      </p:sp>
      <p:sp>
        <p:nvSpPr>
          <p:cNvPr id="84" name="Szövegdoboz 83">
            <a:extLst>
              <a:ext uri="{FF2B5EF4-FFF2-40B4-BE49-F238E27FC236}">
                <a16:creationId xmlns:a16="http://schemas.microsoft.com/office/drawing/2014/main" id="{A5BB5E6E-9E35-D74F-DCC3-B2CF84098AF9}"/>
              </a:ext>
            </a:extLst>
          </p:cNvPr>
          <p:cNvSpPr txBox="1"/>
          <p:nvPr/>
        </p:nvSpPr>
        <p:spPr>
          <a:xfrm>
            <a:off x="9927164" y="2243664"/>
            <a:ext cx="19367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800">
                <a:solidFill>
                  <a:srgbClr val="BF4342"/>
                </a:solidFill>
                <a:latin typeface="HGGothicE"/>
                <a:ea typeface="HGGothicE"/>
              </a:rPr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7796767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2191DA-8E13-D7D7-868B-91ACD4477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églalap: lekerekített 70">
            <a:extLst>
              <a:ext uri="{FF2B5EF4-FFF2-40B4-BE49-F238E27FC236}">
                <a16:creationId xmlns:a16="http://schemas.microsoft.com/office/drawing/2014/main" id="{562A5BDD-B547-5B87-88E3-8A6618B6E725}"/>
              </a:ext>
            </a:extLst>
          </p:cNvPr>
          <p:cNvSpPr/>
          <p:nvPr/>
        </p:nvSpPr>
        <p:spPr>
          <a:xfrm>
            <a:off x="-413564" y="0"/>
            <a:ext cx="12276666" cy="6858000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églalap: lekerekített 1">
            <a:extLst>
              <a:ext uri="{FF2B5EF4-FFF2-40B4-BE49-F238E27FC236}">
                <a16:creationId xmlns:a16="http://schemas.microsoft.com/office/drawing/2014/main" id="{23EA9E29-8249-B462-98EC-A50B852730F6}"/>
              </a:ext>
            </a:extLst>
          </p:cNvPr>
          <p:cNvSpPr/>
          <p:nvPr/>
        </p:nvSpPr>
        <p:spPr>
          <a:xfrm>
            <a:off x="4278922" y="2520461"/>
            <a:ext cx="1611925" cy="3995614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000" b="1">
                <a:solidFill>
                  <a:srgbClr val="BF4342"/>
                </a:solidFill>
              </a:rPr>
              <a:t>HTML</a:t>
            </a:r>
          </a:p>
          <a:p>
            <a:pPr algn="ctr"/>
            <a:endParaRPr lang="hu-HU" sz="2000" b="1">
              <a:solidFill>
                <a:srgbClr val="BF4342"/>
              </a:solidFill>
            </a:endParaRPr>
          </a:p>
          <a:p>
            <a:pPr algn="ctr"/>
            <a:r>
              <a:rPr lang="hu-HU" sz="2000" b="1">
                <a:solidFill>
                  <a:srgbClr val="BF4342"/>
                </a:solidFill>
              </a:rPr>
              <a:t>CSS</a:t>
            </a:r>
          </a:p>
          <a:p>
            <a:pPr algn="ctr"/>
            <a:endParaRPr lang="hu-HU" sz="2000" b="1">
              <a:solidFill>
                <a:srgbClr val="BF4342"/>
              </a:solidFill>
            </a:endParaRPr>
          </a:p>
          <a:p>
            <a:pPr algn="ctr"/>
            <a:r>
              <a:rPr lang="hu-HU" b="1">
                <a:solidFill>
                  <a:srgbClr val="BF4342"/>
                </a:solidFill>
              </a:rPr>
              <a:t>JavaScript</a:t>
            </a:r>
          </a:p>
        </p:txBody>
      </p:sp>
      <p:sp>
        <p:nvSpPr>
          <p:cNvPr id="80" name="Téglalap 79">
            <a:extLst>
              <a:ext uri="{FF2B5EF4-FFF2-40B4-BE49-F238E27FC236}">
                <a16:creationId xmlns:a16="http://schemas.microsoft.com/office/drawing/2014/main" id="{19749F53-D87C-3681-443D-C01ADC6B2930}"/>
              </a:ext>
            </a:extLst>
          </p:cNvPr>
          <p:cNvSpPr/>
          <p:nvPr/>
        </p:nvSpPr>
        <p:spPr>
          <a:xfrm>
            <a:off x="3958165" y="2125620"/>
            <a:ext cx="7895980" cy="815731"/>
          </a:xfrm>
          <a:prstGeom prst="rect">
            <a:avLst/>
          </a:prstGeom>
          <a:solidFill>
            <a:srgbClr val="E7D7C1"/>
          </a:solidFill>
          <a:ln w="57150">
            <a:solidFill>
              <a:srgbClr val="8C1C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3" name="Téglalap: lekerekített 72">
            <a:extLst>
              <a:ext uri="{FF2B5EF4-FFF2-40B4-BE49-F238E27FC236}">
                <a16:creationId xmlns:a16="http://schemas.microsoft.com/office/drawing/2014/main" id="{F51B5CB2-9ED2-E9FF-FE94-ECC84E8C4C50}"/>
              </a:ext>
            </a:extLst>
          </p:cNvPr>
          <p:cNvSpPr/>
          <p:nvPr/>
        </p:nvSpPr>
        <p:spPr>
          <a:xfrm>
            <a:off x="11451981" y="485204"/>
            <a:ext cx="603250" cy="814916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4" name="Téglalap: lekerekített 33">
            <a:extLst>
              <a:ext uri="{FF2B5EF4-FFF2-40B4-BE49-F238E27FC236}">
                <a16:creationId xmlns:a16="http://schemas.microsoft.com/office/drawing/2014/main" id="{1EC1231F-0703-032A-F664-B597FE1A3933}"/>
              </a:ext>
            </a:extLst>
          </p:cNvPr>
          <p:cNvSpPr/>
          <p:nvPr/>
        </p:nvSpPr>
        <p:spPr>
          <a:xfrm>
            <a:off x="3726146" y="1130787"/>
            <a:ext cx="603250" cy="814916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6" name="Téglalap: lekerekített 35">
            <a:extLst>
              <a:ext uri="{FF2B5EF4-FFF2-40B4-BE49-F238E27FC236}">
                <a16:creationId xmlns:a16="http://schemas.microsoft.com/office/drawing/2014/main" id="{0290C544-C1D0-A873-710F-862367FB5598}"/>
              </a:ext>
            </a:extLst>
          </p:cNvPr>
          <p:cNvSpPr/>
          <p:nvPr/>
        </p:nvSpPr>
        <p:spPr>
          <a:xfrm>
            <a:off x="-318315" y="-10584"/>
            <a:ext cx="4275666" cy="6858000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8" name="Téglalap: lekerekített 37">
            <a:extLst>
              <a:ext uri="{FF2B5EF4-FFF2-40B4-BE49-F238E27FC236}">
                <a16:creationId xmlns:a16="http://schemas.microsoft.com/office/drawing/2014/main" id="{B1A6ECB6-DE59-4C84-8911-CAA2231D7D8B}"/>
              </a:ext>
            </a:extLst>
          </p:cNvPr>
          <p:cNvSpPr/>
          <p:nvPr/>
        </p:nvSpPr>
        <p:spPr>
          <a:xfrm>
            <a:off x="-638256" y="0"/>
            <a:ext cx="4275666" cy="6858000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Téglalap: lekerekített 39">
            <a:extLst>
              <a:ext uri="{FF2B5EF4-FFF2-40B4-BE49-F238E27FC236}">
                <a16:creationId xmlns:a16="http://schemas.microsoft.com/office/drawing/2014/main" id="{22C4121D-0F4C-E7F4-EBCB-6B2D81C2F9BA}"/>
              </a:ext>
            </a:extLst>
          </p:cNvPr>
          <p:cNvSpPr/>
          <p:nvPr/>
        </p:nvSpPr>
        <p:spPr>
          <a:xfrm>
            <a:off x="3332121" y="1451543"/>
            <a:ext cx="603250" cy="814916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2" name="Téglalap: lekerekített 41">
            <a:extLst>
              <a:ext uri="{FF2B5EF4-FFF2-40B4-BE49-F238E27FC236}">
                <a16:creationId xmlns:a16="http://schemas.microsoft.com/office/drawing/2014/main" id="{87FD66CC-5C91-624B-30B1-49353C0AE644}"/>
              </a:ext>
            </a:extLst>
          </p:cNvPr>
          <p:cNvSpPr/>
          <p:nvPr/>
        </p:nvSpPr>
        <p:spPr>
          <a:xfrm>
            <a:off x="-941102" y="0"/>
            <a:ext cx="4275666" cy="6858000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4" name="Téglalap: lekerekített 43">
            <a:extLst>
              <a:ext uri="{FF2B5EF4-FFF2-40B4-BE49-F238E27FC236}">
                <a16:creationId xmlns:a16="http://schemas.microsoft.com/office/drawing/2014/main" id="{84F8B8ED-3672-ABA1-E2E7-EC85BB291008}"/>
              </a:ext>
            </a:extLst>
          </p:cNvPr>
          <p:cNvSpPr/>
          <p:nvPr/>
        </p:nvSpPr>
        <p:spPr>
          <a:xfrm>
            <a:off x="3126967" y="1944889"/>
            <a:ext cx="603250" cy="814916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6" name="Téglalap: lekerekített 45">
            <a:extLst>
              <a:ext uri="{FF2B5EF4-FFF2-40B4-BE49-F238E27FC236}">
                <a16:creationId xmlns:a16="http://schemas.microsoft.com/office/drawing/2014/main" id="{F0A6DCAB-4236-CE84-1787-2709310B1960}"/>
              </a:ext>
            </a:extLst>
          </p:cNvPr>
          <p:cNvSpPr/>
          <p:nvPr/>
        </p:nvSpPr>
        <p:spPr>
          <a:xfrm>
            <a:off x="-1243948" y="0"/>
            <a:ext cx="4275666" cy="6858000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8" name="Téglalap: lekerekített 47">
            <a:extLst>
              <a:ext uri="{FF2B5EF4-FFF2-40B4-BE49-F238E27FC236}">
                <a16:creationId xmlns:a16="http://schemas.microsoft.com/office/drawing/2014/main" id="{20717F1D-D4A4-D858-38CE-77D97798D204}"/>
              </a:ext>
            </a:extLst>
          </p:cNvPr>
          <p:cNvSpPr/>
          <p:nvPr/>
        </p:nvSpPr>
        <p:spPr>
          <a:xfrm>
            <a:off x="2824120" y="2522901"/>
            <a:ext cx="603250" cy="814916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0" name="Téglalap: lekerekített 49">
            <a:extLst>
              <a:ext uri="{FF2B5EF4-FFF2-40B4-BE49-F238E27FC236}">
                <a16:creationId xmlns:a16="http://schemas.microsoft.com/office/drawing/2014/main" id="{F4202C2F-E1BD-F01F-B73B-A3205C8B6FD9}"/>
              </a:ext>
            </a:extLst>
          </p:cNvPr>
          <p:cNvSpPr/>
          <p:nvPr/>
        </p:nvSpPr>
        <p:spPr>
          <a:xfrm>
            <a:off x="-1527255" y="0"/>
            <a:ext cx="4275666" cy="6858000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2" name="Téglalap: lekerekített 51">
            <a:extLst>
              <a:ext uri="{FF2B5EF4-FFF2-40B4-BE49-F238E27FC236}">
                <a16:creationId xmlns:a16="http://schemas.microsoft.com/office/drawing/2014/main" id="{F6A9DCDE-B4B8-FC3A-1162-02B7522F2D41}"/>
              </a:ext>
            </a:extLst>
          </p:cNvPr>
          <p:cNvSpPr/>
          <p:nvPr/>
        </p:nvSpPr>
        <p:spPr>
          <a:xfrm>
            <a:off x="2521273" y="3086260"/>
            <a:ext cx="603250" cy="814916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4" name="Téglalap: lekerekített 53">
            <a:extLst>
              <a:ext uri="{FF2B5EF4-FFF2-40B4-BE49-F238E27FC236}">
                <a16:creationId xmlns:a16="http://schemas.microsoft.com/office/drawing/2014/main" id="{3038FAF4-3DDC-6848-B5B4-9D5E1D004987}"/>
              </a:ext>
            </a:extLst>
          </p:cNvPr>
          <p:cNvSpPr/>
          <p:nvPr/>
        </p:nvSpPr>
        <p:spPr>
          <a:xfrm>
            <a:off x="-1751947" y="0"/>
            <a:ext cx="4275666" cy="6858000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6" name="Téglalap: lekerekített 55">
            <a:extLst>
              <a:ext uri="{FF2B5EF4-FFF2-40B4-BE49-F238E27FC236}">
                <a16:creationId xmlns:a16="http://schemas.microsoft.com/office/drawing/2014/main" id="{986B1750-C5C4-5FB6-21FC-3766DF283D9C}"/>
              </a:ext>
            </a:extLst>
          </p:cNvPr>
          <p:cNvSpPr/>
          <p:nvPr/>
        </p:nvSpPr>
        <p:spPr>
          <a:xfrm>
            <a:off x="2222498" y="3713932"/>
            <a:ext cx="603250" cy="814916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8" name="Téglalap: lekerekített 57">
            <a:extLst>
              <a:ext uri="{FF2B5EF4-FFF2-40B4-BE49-F238E27FC236}">
                <a16:creationId xmlns:a16="http://schemas.microsoft.com/office/drawing/2014/main" id="{CD244DF3-B295-F802-4CB5-F4B10101BA4C}"/>
              </a:ext>
            </a:extLst>
          </p:cNvPr>
          <p:cNvSpPr/>
          <p:nvPr/>
        </p:nvSpPr>
        <p:spPr>
          <a:xfrm>
            <a:off x="-2058864" y="-1"/>
            <a:ext cx="4275666" cy="6858000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0" name="Téglalap: lekerekített 59">
            <a:extLst>
              <a:ext uri="{FF2B5EF4-FFF2-40B4-BE49-F238E27FC236}">
                <a16:creationId xmlns:a16="http://schemas.microsoft.com/office/drawing/2014/main" id="{0213CF83-F820-E3D8-1736-2D5F39F21845}"/>
              </a:ext>
            </a:extLst>
          </p:cNvPr>
          <p:cNvSpPr/>
          <p:nvPr/>
        </p:nvSpPr>
        <p:spPr>
          <a:xfrm>
            <a:off x="2021414" y="4306598"/>
            <a:ext cx="603250" cy="814916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2" name="Téglalap: lekerekített 61">
            <a:extLst>
              <a:ext uri="{FF2B5EF4-FFF2-40B4-BE49-F238E27FC236}">
                <a16:creationId xmlns:a16="http://schemas.microsoft.com/office/drawing/2014/main" id="{AAE84E5C-86FF-457B-0750-323807E7A84B}"/>
              </a:ext>
            </a:extLst>
          </p:cNvPr>
          <p:cNvSpPr/>
          <p:nvPr/>
        </p:nvSpPr>
        <p:spPr>
          <a:xfrm>
            <a:off x="-2355197" y="-2"/>
            <a:ext cx="4275666" cy="6858000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5" name="Téglalap: lekerekített 64">
            <a:extLst>
              <a:ext uri="{FF2B5EF4-FFF2-40B4-BE49-F238E27FC236}">
                <a16:creationId xmlns:a16="http://schemas.microsoft.com/office/drawing/2014/main" id="{04BE0579-E977-134A-B400-C2026EA736F4}"/>
              </a:ext>
            </a:extLst>
          </p:cNvPr>
          <p:cNvSpPr/>
          <p:nvPr/>
        </p:nvSpPr>
        <p:spPr>
          <a:xfrm>
            <a:off x="1725080" y="4856931"/>
            <a:ext cx="603250" cy="814916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7" name="Téglalap: lekerekített 66">
            <a:extLst>
              <a:ext uri="{FF2B5EF4-FFF2-40B4-BE49-F238E27FC236}">
                <a16:creationId xmlns:a16="http://schemas.microsoft.com/office/drawing/2014/main" id="{E6C383E9-4FB4-2FB4-61AF-1223515B9D29}"/>
              </a:ext>
            </a:extLst>
          </p:cNvPr>
          <p:cNvSpPr/>
          <p:nvPr/>
        </p:nvSpPr>
        <p:spPr>
          <a:xfrm>
            <a:off x="-2662113" y="-3"/>
            <a:ext cx="4275666" cy="6858000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9" name="Téglalap: lekerekített 68">
            <a:extLst>
              <a:ext uri="{FF2B5EF4-FFF2-40B4-BE49-F238E27FC236}">
                <a16:creationId xmlns:a16="http://schemas.microsoft.com/office/drawing/2014/main" id="{CB125B4D-575E-158D-FCA6-148EEA3FD5BB}"/>
              </a:ext>
            </a:extLst>
          </p:cNvPr>
          <p:cNvSpPr/>
          <p:nvPr/>
        </p:nvSpPr>
        <p:spPr>
          <a:xfrm>
            <a:off x="1428746" y="5396681"/>
            <a:ext cx="603250" cy="814916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5" name="Cím 1">
            <a:extLst>
              <a:ext uri="{FF2B5EF4-FFF2-40B4-BE49-F238E27FC236}">
                <a16:creationId xmlns:a16="http://schemas.microsoft.com/office/drawing/2014/main" id="{E7F43C1F-CC80-E317-4A0A-F461851CD3CF}"/>
              </a:ext>
            </a:extLst>
          </p:cNvPr>
          <p:cNvSpPr txBox="1">
            <a:spLocks/>
          </p:cNvSpPr>
          <p:nvPr/>
        </p:nvSpPr>
        <p:spPr>
          <a:xfrm>
            <a:off x="4913285" y="764118"/>
            <a:ext cx="7140734" cy="136076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5400">
                <a:solidFill>
                  <a:srgbClr val="E7D7C1"/>
                </a:solidFill>
                <a:latin typeface="HGGothicE"/>
                <a:ea typeface="HGGothicE"/>
              </a:rPr>
              <a:t>Technologies </a:t>
            </a:r>
            <a:r>
              <a:rPr lang="hu-HU" sz="5400" err="1">
                <a:solidFill>
                  <a:srgbClr val="E7D7C1"/>
                </a:solidFill>
                <a:latin typeface="HGGothicE"/>
                <a:ea typeface="HGGothicE"/>
              </a:rPr>
              <a:t>Used</a:t>
            </a:r>
            <a:endParaRPr lang="hu-HU" sz="5400">
              <a:solidFill>
                <a:srgbClr val="E7D7C1"/>
              </a:solidFill>
              <a:latin typeface="HGGothicE"/>
              <a:ea typeface="HGGothicE"/>
            </a:endParaRPr>
          </a:p>
        </p:txBody>
      </p:sp>
      <p:sp>
        <p:nvSpPr>
          <p:cNvPr id="81" name="Szövegdoboz 80">
            <a:extLst>
              <a:ext uri="{FF2B5EF4-FFF2-40B4-BE49-F238E27FC236}">
                <a16:creationId xmlns:a16="http://schemas.microsoft.com/office/drawing/2014/main" id="{F195BDC9-3162-2F82-BC70-6601F8F29E8B}"/>
              </a:ext>
            </a:extLst>
          </p:cNvPr>
          <p:cNvSpPr txBox="1"/>
          <p:nvPr/>
        </p:nvSpPr>
        <p:spPr>
          <a:xfrm>
            <a:off x="4116917" y="2243666"/>
            <a:ext cx="19367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800">
                <a:solidFill>
                  <a:srgbClr val="BF4342"/>
                </a:solidFill>
                <a:latin typeface="HGGothicE"/>
                <a:ea typeface="HGGothicE"/>
              </a:rPr>
              <a:t>Frontend</a:t>
            </a:r>
          </a:p>
        </p:txBody>
      </p:sp>
      <p:sp>
        <p:nvSpPr>
          <p:cNvPr id="82" name="Szövegdoboz 81">
            <a:extLst>
              <a:ext uri="{FF2B5EF4-FFF2-40B4-BE49-F238E27FC236}">
                <a16:creationId xmlns:a16="http://schemas.microsoft.com/office/drawing/2014/main" id="{49AA7828-9C71-2127-28D9-2CF6B0F741E0}"/>
              </a:ext>
            </a:extLst>
          </p:cNvPr>
          <p:cNvSpPr txBox="1"/>
          <p:nvPr/>
        </p:nvSpPr>
        <p:spPr>
          <a:xfrm>
            <a:off x="6053666" y="2243665"/>
            <a:ext cx="19367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800">
                <a:solidFill>
                  <a:srgbClr val="BF4342"/>
                </a:solidFill>
                <a:latin typeface="HGGothicE"/>
                <a:ea typeface="HGGothicE"/>
              </a:rPr>
              <a:t>Backend</a:t>
            </a:r>
          </a:p>
        </p:txBody>
      </p:sp>
      <p:sp>
        <p:nvSpPr>
          <p:cNvPr id="83" name="Szövegdoboz 82">
            <a:extLst>
              <a:ext uri="{FF2B5EF4-FFF2-40B4-BE49-F238E27FC236}">
                <a16:creationId xmlns:a16="http://schemas.microsoft.com/office/drawing/2014/main" id="{461B3967-35A7-70C9-87E0-4BACCD922F0E}"/>
              </a:ext>
            </a:extLst>
          </p:cNvPr>
          <p:cNvSpPr txBox="1"/>
          <p:nvPr/>
        </p:nvSpPr>
        <p:spPr>
          <a:xfrm>
            <a:off x="7990415" y="2243664"/>
            <a:ext cx="19367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800" err="1">
                <a:solidFill>
                  <a:srgbClr val="BF4342"/>
                </a:solidFill>
                <a:latin typeface="HGGothicE"/>
                <a:ea typeface="HGGothicE"/>
              </a:rPr>
              <a:t>Database</a:t>
            </a:r>
          </a:p>
        </p:txBody>
      </p:sp>
      <p:sp>
        <p:nvSpPr>
          <p:cNvPr id="84" name="Szövegdoboz 83">
            <a:extLst>
              <a:ext uri="{FF2B5EF4-FFF2-40B4-BE49-F238E27FC236}">
                <a16:creationId xmlns:a16="http://schemas.microsoft.com/office/drawing/2014/main" id="{4E78650D-D44B-5680-AC4E-1DAC048869F6}"/>
              </a:ext>
            </a:extLst>
          </p:cNvPr>
          <p:cNvSpPr txBox="1"/>
          <p:nvPr/>
        </p:nvSpPr>
        <p:spPr>
          <a:xfrm>
            <a:off x="9927164" y="2243664"/>
            <a:ext cx="19367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800">
                <a:solidFill>
                  <a:srgbClr val="BF4342"/>
                </a:solidFill>
                <a:latin typeface="HGGothicE"/>
                <a:ea typeface="HGGothicE"/>
              </a:rPr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34498306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D3026A-0C5C-8488-2E52-30F8C932F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églalap: lekerekített 70">
            <a:extLst>
              <a:ext uri="{FF2B5EF4-FFF2-40B4-BE49-F238E27FC236}">
                <a16:creationId xmlns:a16="http://schemas.microsoft.com/office/drawing/2014/main" id="{E02499E8-424D-5E7C-C7D3-A55392AE7489}"/>
              </a:ext>
            </a:extLst>
          </p:cNvPr>
          <p:cNvSpPr/>
          <p:nvPr/>
        </p:nvSpPr>
        <p:spPr>
          <a:xfrm>
            <a:off x="-413564" y="0"/>
            <a:ext cx="12276666" cy="6858000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Téglalap: lekerekített 2">
            <a:extLst>
              <a:ext uri="{FF2B5EF4-FFF2-40B4-BE49-F238E27FC236}">
                <a16:creationId xmlns:a16="http://schemas.microsoft.com/office/drawing/2014/main" id="{D5AD1862-0A7E-9100-F86C-087E22F34B93}"/>
              </a:ext>
            </a:extLst>
          </p:cNvPr>
          <p:cNvSpPr/>
          <p:nvPr/>
        </p:nvSpPr>
        <p:spPr>
          <a:xfrm>
            <a:off x="6213229" y="2520461"/>
            <a:ext cx="1611925" cy="4005383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hu-HU" sz="2000" b="1">
                <a:solidFill>
                  <a:srgbClr val="BF4342"/>
                </a:solidFill>
              </a:rPr>
              <a:t>Java</a:t>
            </a:r>
          </a:p>
          <a:p>
            <a:pPr algn="ctr"/>
            <a:endParaRPr lang="hu-HU" sz="2000" b="1">
              <a:solidFill>
                <a:srgbClr val="BF4342"/>
              </a:solidFill>
            </a:endParaRPr>
          </a:p>
          <a:p>
            <a:pPr algn="ctr"/>
            <a:r>
              <a:rPr lang="hu-HU" sz="2000" b="1" err="1">
                <a:solidFill>
                  <a:srgbClr val="BF4342"/>
                </a:solidFill>
              </a:rPr>
              <a:t>RestAPI</a:t>
            </a:r>
          </a:p>
          <a:p>
            <a:pPr algn="ctr"/>
            <a:endParaRPr lang="hu-HU" sz="2000" b="1">
              <a:solidFill>
                <a:srgbClr val="BF4342"/>
              </a:solidFill>
            </a:endParaRPr>
          </a:p>
          <a:p>
            <a:pPr algn="ctr"/>
            <a:r>
              <a:rPr lang="hu-HU" sz="2000" b="1">
                <a:solidFill>
                  <a:srgbClr val="BF4342"/>
                </a:solidFill>
              </a:rPr>
              <a:t>JWT</a:t>
            </a:r>
          </a:p>
        </p:txBody>
      </p:sp>
      <p:sp>
        <p:nvSpPr>
          <p:cNvPr id="2" name="Téglalap: lekerekített 1">
            <a:extLst>
              <a:ext uri="{FF2B5EF4-FFF2-40B4-BE49-F238E27FC236}">
                <a16:creationId xmlns:a16="http://schemas.microsoft.com/office/drawing/2014/main" id="{EADCCEF6-936E-81F9-4582-C6C01FEBDB33}"/>
              </a:ext>
            </a:extLst>
          </p:cNvPr>
          <p:cNvSpPr/>
          <p:nvPr/>
        </p:nvSpPr>
        <p:spPr>
          <a:xfrm>
            <a:off x="4278922" y="2520461"/>
            <a:ext cx="1611925" cy="3995614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000" b="1">
                <a:solidFill>
                  <a:srgbClr val="BF4342"/>
                </a:solidFill>
              </a:rPr>
              <a:t>HTML</a:t>
            </a:r>
          </a:p>
          <a:p>
            <a:pPr algn="ctr"/>
            <a:endParaRPr lang="hu-HU" sz="2000" b="1">
              <a:solidFill>
                <a:srgbClr val="BF4342"/>
              </a:solidFill>
            </a:endParaRPr>
          </a:p>
          <a:p>
            <a:pPr algn="ctr"/>
            <a:r>
              <a:rPr lang="hu-HU" sz="2000" b="1">
                <a:solidFill>
                  <a:srgbClr val="BF4342"/>
                </a:solidFill>
              </a:rPr>
              <a:t>CSS</a:t>
            </a:r>
          </a:p>
          <a:p>
            <a:pPr algn="ctr"/>
            <a:endParaRPr lang="hu-HU" sz="2000" b="1">
              <a:solidFill>
                <a:srgbClr val="BF4342"/>
              </a:solidFill>
            </a:endParaRPr>
          </a:p>
          <a:p>
            <a:pPr algn="ctr"/>
            <a:r>
              <a:rPr lang="hu-HU" b="1">
                <a:solidFill>
                  <a:srgbClr val="BF4342"/>
                </a:solidFill>
              </a:rPr>
              <a:t>JavaScript</a:t>
            </a:r>
          </a:p>
        </p:txBody>
      </p:sp>
      <p:sp>
        <p:nvSpPr>
          <p:cNvPr id="80" name="Téglalap 79">
            <a:extLst>
              <a:ext uri="{FF2B5EF4-FFF2-40B4-BE49-F238E27FC236}">
                <a16:creationId xmlns:a16="http://schemas.microsoft.com/office/drawing/2014/main" id="{607A0E07-E1DA-D88E-A8FD-DD928301D66A}"/>
              </a:ext>
            </a:extLst>
          </p:cNvPr>
          <p:cNvSpPr/>
          <p:nvPr/>
        </p:nvSpPr>
        <p:spPr>
          <a:xfrm>
            <a:off x="3958165" y="2125620"/>
            <a:ext cx="7895980" cy="815731"/>
          </a:xfrm>
          <a:prstGeom prst="rect">
            <a:avLst/>
          </a:prstGeom>
          <a:solidFill>
            <a:srgbClr val="E7D7C1"/>
          </a:solidFill>
          <a:ln w="57150">
            <a:solidFill>
              <a:srgbClr val="8C1C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3" name="Téglalap: lekerekített 72">
            <a:extLst>
              <a:ext uri="{FF2B5EF4-FFF2-40B4-BE49-F238E27FC236}">
                <a16:creationId xmlns:a16="http://schemas.microsoft.com/office/drawing/2014/main" id="{21CE34D7-7269-8F84-8288-E4EC38BCC169}"/>
              </a:ext>
            </a:extLst>
          </p:cNvPr>
          <p:cNvSpPr/>
          <p:nvPr/>
        </p:nvSpPr>
        <p:spPr>
          <a:xfrm>
            <a:off x="11451981" y="485204"/>
            <a:ext cx="603250" cy="814916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4" name="Téglalap: lekerekített 33">
            <a:extLst>
              <a:ext uri="{FF2B5EF4-FFF2-40B4-BE49-F238E27FC236}">
                <a16:creationId xmlns:a16="http://schemas.microsoft.com/office/drawing/2014/main" id="{9BAC0A54-D4DA-366C-D368-24CFE11197FF}"/>
              </a:ext>
            </a:extLst>
          </p:cNvPr>
          <p:cNvSpPr/>
          <p:nvPr/>
        </p:nvSpPr>
        <p:spPr>
          <a:xfrm>
            <a:off x="3726146" y="1130787"/>
            <a:ext cx="603250" cy="814916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6" name="Téglalap: lekerekített 35">
            <a:extLst>
              <a:ext uri="{FF2B5EF4-FFF2-40B4-BE49-F238E27FC236}">
                <a16:creationId xmlns:a16="http://schemas.microsoft.com/office/drawing/2014/main" id="{D45AAB2F-BF39-9152-35C1-BAAFE2D7636F}"/>
              </a:ext>
            </a:extLst>
          </p:cNvPr>
          <p:cNvSpPr/>
          <p:nvPr/>
        </p:nvSpPr>
        <p:spPr>
          <a:xfrm>
            <a:off x="-318315" y="-10584"/>
            <a:ext cx="4275666" cy="6858000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8" name="Téglalap: lekerekített 37">
            <a:extLst>
              <a:ext uri="{FF2B5EF4-FFF2-40B4-BE49-F238E27FC236}">
                <a16:creationId xmlns:a16="http://schemas.microsoft.com/office/drawing/2014/main" id="{DC16AD59-BD09-4DA0-E8F5-0EA955A34AD4}"/>
              </a:ext>
            </a:extLst>
          </p:cNvPr>
          <p:cNvSpPr/>
          <p:nvPr/>
        </p:nvSpPr>
        <p:spPr>
          <a:xfrm>
            <a:off x="-638256" y="0"/>
            <a:ext cx="4275666" cy="6858000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Téglalap: lekerekített 39">
            <a:extLst>
              <a:ext uri="{FF2B5EF4-FFF2-40B4-BE49-F238E27FC236}">
                <a16:creationId xmlns:a16="http://schemas.microsoft.com/office/drawing/2014/main" id="{61837FCA-78AD-B2BA-050A-182B0AA64913}"/>
              </a:ext>
            </a:extLst>
          </p:cNvPr>
          <p:cNvSpPr/>
          <p:nvPr/>
        </p:nvSpPr>
        <p:spPr>
          <a:xfrm>
            <a:off x="3332121" y="1451543"/>
            <a:ext cx="603250" cy="814916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2" name="Téglalap: lekerekített 41">
            <a:extLst>
              <a:ext uri="{FF2B5EF4-FFF2-40B4-BE49-F238E27FC236}">
                <a16:creationId xmlns:a16="http://schemas.microsoft.com/office/drawing/2014/main" id="{4CC21EE3-46C9-4B5F-9B59-2254A37A88B5}"/>
              </a:ext>
            </a:extLst>
          </p:cNvPr>
          <p:cNvSpPr/>
          <p:nvPr/>
        </p:nvSpPr>
        <p:spPr>
          <a:xfrm>
            <a:off x="-941102" y="0"/>
            <a:ext cx="4275666" cy="6858000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4" name="Téglalap: lekerekített 43">
            <a:extLst>
              <a:ext uri="{FF2B5EF4-FFF2-40B4-BE49-F238E27FC236}">
                <a16:creationId xmlns:a16="http://schemas.microsoft.com/office/drawing/2014/main" id="{0FF17167-E05C-E8B5-0622-0B070F391D57}"/>
              </a:ext>
            </a:extLst>
          </p:cNvPr>
          <p:cNvSpPr/>
          <p:nvPr/>
        </p:nvSpPr>
        <p:spPr>
          <a:xfrm>
            <a:off x="3126967" y="1944889"/>
            <a:ext cx="603250" cy="814916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6" name="Téglalap: lekerekített 45">
            <a:extLst>
              <a:ext uri="{FF2B5EF4-FFF2-40B4-BE49-F238E27FC236}">
                <a16:creationId xmlns:a16="http://schemas.microsoft.com/office/drawing/2014/main" id="{0C10B052-3ECB-38A9-977C-F75FB31594A7}"/>
              </a:ext>
            </a:extLst>
          </p:cNvPr>
          <p:cNvSpPr/>
          <p:nvPr/>
        </p:nvSpPr>
        <p:spPr>
          <a:xfrm>
            <a:off x="-1243948" y="0"/>
            <a:ext cx="4275666" cy="6858000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8" name="Téglalap: lekerekített 47">
            <a:extLst>
              <a:ext uri="{FF2B5EF4-FFF2-40B4-BE49-F238E27FC236}">
                <a16:creationId xmlns:a16="http://schemas.microsoft.com/office/drawing/2014/main" id="{190F7847-C351-A84A-21CA-662324EB7B52}"/>
              </a:ext>
            </a:extLst>
          </p:cNvPr>
          <p:cNvSpPr/>
          <p:nvPr/>
        </p:nvSpPr>
        <p:spPr>
          <a:xfrm>
            <a:off x="2824120" y="2522901"/>
            <a:ext cx="603250" cy="814916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0" name="Téglalap: lekerekített 49">
            <a:extLst>
              <a:ext uri="{FF2B5EF4-FFF2-40B4-BE49-F238E27FC236}">
                <a16:creationId xmlns:a16="http://schemas.microsoft.com/office/drawing/2014/main" id="{BF19A99C-64EC-0AC6-2CB3-C0A8B21C18C6}"/>
              </a:ext>
            </a:extLst>
          </p:cNvPr>
          <p:cNvSpPr/>
          <p:nvPr/>
        </p:nvSpPr>
        <p:spPr>
          <a:xfrm>
            <a:off x="-1527255" y="0"/>
            <a:ext cx="4275666" cy="6858000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2" name="Téglalap: lekerekített 51">
            <a:extLst>
              <a:ext uri="{FF2B5EF4-FFF2-40B4-BE49-F238E27FC236}">
                <a16:creationId xmlns:a16="http://schemas.microsoft.com/office/drawing/2014/main" id="{92BEDC55-0CA4-CE57-6EEF-5FFE662EBE4D}"/>
              </a:ext>
            </a:extLst>
          </p:cNvPr>
          <p:cNvSpPr/>
          <p:nvPr/>
        </p:nvSpPr>
        <p:spPr>
          <a:xfrm>
            <a:off x="2521273" y="3086260"/>
            <a:ext cx="603250" cy="814916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4" name="Téglalap: lekerekített 53">
            <a:extLst>
              <a:ext uri="{FF2B5EF4-FFF2-40B4-BE49-F238E27FC236}">
                <a16:creationId xmlns:a16="http://schemas.microsoft.com/office/drawing/2014/main" id="{05C2A13F-536E-1472-52AF-233A7686FAD6}"/>
              </a:ext>
            </a:extLst>
          </p:cNvPr>
          <p:cNvSpPr/>
          <p:nvPr/>
        </p:nvSpPr>
        <p:spPr>
          <a:xfrm>
            <a:off x="-1751947" y="0"/>
            <a:ext cx="4275666" cy="6858000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6" name="Téglalap: lekerekített 55">
            <a:extLst>
              <a:ext uri="{FF2B5EF4-FFF2-40B4-BE49-F238E27FC236}">
                <a16:creationId xmlns:a16="http://schemas.microsoft.com/office/drawing/2014/main" id="{A3648A10-4C76-065A-13F2-37E792388B08}"/>
              </a:ext>
            </a:extLst>
          </p:cNvPr>
          <p:cNvSpPr/>
          <p:nvPr/>
        </p:nvSpPr>
        <p:spPr>
          <a:xfrm>
            <a:off x="2222498" y="3713932"/>
            <a:ext cx="603250" cy="814916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8" name="Téglalap: lekerekített 57">
            <a:extLst>
              <a:ext uri="{FF2B5EF4-FFF2-40B4-BE49-F238E27FC236}">
                <a16:creationId xmlns:a16="http://schemas.microsoft.com/office/drawing/2014/main" id="{6A450C20-0251-B29B-B393-CDCF5A035F08}"/>
              </a:ext>
            </a:extLst>
          </p:cNvPr>
          <p:cNvSpPr/>
          <p:nvPr/>
        </p:nvSpPr>
        <p:spPr>
          <a:xfrm>
            <a:off x="-2058864" y="-1"/>
            <a:ext cx="4275666" cy="6858000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0" name="Téglalap: lekerekített 59">
            <a:extLst>
              <a:ext uri="{FF2B5EF4-FFF2-40B4-BE49-F238E27FC236}">
                <a16:creationId xmlns:a16="http://schemas.microsoft.com/office/drawing/2014/main" id="{B0438A3C-FBC0-D62E-BCEE-5FA3E20F4F4D}"/>
              </a:ext>
            </a:extLst>
          </p:cNvPr>
          <p:cNvSpPr/>
          <p:nvPr/>
        </p:nvSpPr>
        <p:spPr>
          <a:xfrm>
            <a:off x="2021414" y="4306598"/>
            <a:ext cx="603250" cy="814916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2" name="Téglalap: lekerekített 61">
            <a:extLst>
              <a:ext uri="{FF2B5EF4-FFF2-40B4-BE49-F238E27FC236}">
                <a16:creationId xmlns:a16="http://schemas.microsoft.com/office/drawing/2014/main" id="{3F2B61FC-9E74-310F-DBC3-40CF07340835}"/>
              </a:ext>
            </a:extLst>
          </p:cNvPr>
          <p:cNvSpPr/>
          <p:nvPr/>
        </p:nvSpPr>
        <p:spPr>
          <a:xfrm>
            <a:off x="-2355197" y="-2"/>
            <a:ext cx="4275666" cy="6858000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5" name="Téglalap: lekerekített 64">
            <a:extLst>
              <a:ext uri="{FF2B5EF4-FFF2-40B4-BE49-F238E27FC236}">
                <a16:creationId xmlns:a16="http://schemas.microsoft.com/office/drawing/2014/main" id="{3804AC6D-4B4C-21B2-130A-613871F2A68A}"/>
              </a:ext>
            </a:extLst>
          </p:cNvPr>
          <p:cNvSpPr/>
          <p:nvPr/>
        </p:nvSpPr>
        <p:spPr>
          <a:xfrm>
            <a:off x="1725080" y="4856931"/>
            <a:ext cx="603250" cy="814916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7" name="Téglalap: lekerekített 66">
            <a:extLst>
              <a:ext uri="{FF2B5EF4-FFF2-40B4-BE49-F238E27FC236}">
                <a16:creationId xmlns:a16="http://schemas.microsoft.com/office/drawing/2014/main" id="{3F139702-D0AC-DF77-29E1-F97EE48C0C38}"/>
              </a:ext>
            </a:extLst>
          </p:cNvPr>
          <p:cNvSpPr/>
          <p:nvPr/>
        </p:nvSpPr>
        <p:spPr>
          <a:xfrm>
            <a:off x="-2662113" y="-3"/>
            <a:ext cx="4275666" cy="6858000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9" name="Téglalap: lekerekített 68">
            <a:extLst>
              <a:ext uri="{FF2B5EF4-FFF2-40B4-BE49-F238E27FC236}">
                <a16:creationId xmlns:a16="http://schemas.microsoft.com/office/drawing/2014/main" id="{A170DCCC-9924-9AE1-B855-E1654862F9CB}"/>
              </a:ext>
            </a:extLst>
          </p:cNvPr>
          <p:cNvSpPr/>
          <p:nvPr/>
        </p:nvSpPr>
        <p:spPr>
          <a:xfrm>
            <a:off x="1428746" y="5396681"/>
            <a:ext cx="603250" cy="814916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5" name="Cím 1">
            <a:extLst>
              <a:ext uri="{FF2B5EF4-FFF2-40B4-BE49-F238E27FC236}">
                <a16:creationId xmlns:a16="http://schemas.microsoft.com/office/drawing/2014/main" id="{35600555-7C55-DF16-8B45-8C78ACDF3DB1}"/>
              </a:ext>
            </a:extLst>
          </p:cNvPr>
          <p:cNvSpPr txBox="1">
            <a:spLocks/>
          </p:cNvSpPr>
          <p:nvPr/>
        </p:nvSpPr>
        <p:spPr>
          <a:xfrm>
            <a:off x="4913285" y="764118"/>
            <a:ext cx="7140734" cy="136076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5400">
                <a:solidFill>
                  <a:srgbClr val="E7D7C1"/>
                </a:solidFill>
                <a:latin typeface="HGGothicE"/>
                <a:ea typeface="HGGothicE"/>
              </a:rPr>
              <a:t>Technologies </a:t>
            </a:r>
            <a:r>
              <a:rPr lang="hu-HU" sz="5400" err="1">
                <a:solidFill>
                  <a:srgbClr val="E7D7C1"/>
                </a:solidFill>
                <a:latin typeface="HGGothicE"/>
                <a:ea typeface="HGGothicE"/>
              </a:rPr>
              <a:t>Used</a:t>
            </a:r>
            <a:endParaRPr lang="hu-HU" sz="5400">
              <a:solidFill>
                <a:srgbClr val="E7D7C1"/>
              </a:solidFill>
              <a:latin typeface="HGGothicE"/>
              <a:ea typeface="HGGothicE"/>
            </a:endParaRPr>
          </a:p>
        </p:txBody>
      </p:sp>
      <p:sp>
        <p:nvSpPr>
          <p:cNvPr id="81" name="Szövegdoboz 80">
            <a:extLst>
              <a:ext uri="{FF2B5EF4-FFF2-40B4-BE49-F238E27FC236}">
                <a16:creationId xmlns:a16="http://schemas.microsoft.com/office/drawing/2014/main" id="{2083DB76-600B-1ACA-A0E2-B3237ED23A1A}"/>
              </a:ext>
            </a:extLst>
          </p:cNvPr>
          <p:cNvSpPr txBox="1"/>
          <p:nvPr/>
        </p:nvSpPr>
        <p:spPr>
          <a:xfrm>
            <a:off x="4116917" y="2243666"/>
            <a:ext cx="19367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800">
                <a:solidFill>
                  <a:srgbClr val="BF4342"/>
                </a:solidFill>
                <a:latin typeface="HGGothicE"/>
                <a:ea typeface="HGGothicE"/>
              </a:rPr>
              <a:t>Frontend</a:t>
            </a:r>
          </a:p>
        </p:txBody>
      </p:sp>
      <p:sp>
        <p:nvSpPr>
          <p:cNvPr id="82" name="Szövegdoboz 81">
            <a:extLst>
              <a:ext uri="{FF2B5EF4-FFF2-40B4-BE49-F238E27FC236}">
                <a16:creationId xmlns:a16="http://schemas.microsoft.com/office/drawing/2014/main" id="{AEE887F3-D1B1-6B96-15F6-773C8765BB62}"/>
              </a:ext>
            </a:extLst>
          </p:cNvPr>
          <p:cNvSpPr txBox="1"/>
          <p:nvPr/>
        </p:nvSpPr>
        <p:spPr>
          <a:xfrm>
            <a:off x="6053666" y="2243665"/>
            <a:ext cx="19367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800">
                <a:solidFill>
                  <a:srgbClr val="BF4342"/>
                </a:solidFill>
                <a:latin typeface="HGGothicE"/>
                <a:ea typeface="HGGothicE"/>
              </a:rPr>
              <a:t>Backend</a:t>
            </a:r>
          </a:p>
        </p:txBody>
      </p:sp>
      <p:sp>
        <p:nvSpPr>
          <p:cNvPr id="83" name="Szövegdoboz 82">
            <a:extLst>
              <a:ext uri="{FF2B5EF4-FFF2-40B4-BE49-F238E27FC236}">
                <a16:creationId xmlns:a16="http://schemas.microsoft.com/office/drawing/2014/main" id="{3406FD5E-632D-A43E-2E1D-0F14972530DA}"/>
              </a:ext>
            </a:extLst>
          </p:cNvPr>
          <p:cNvSpPr txBox="1"/>
          <p:nvPr/>
        </p:nvSpPr>
        <p:spPr>
          <a:xfrm>
            <a:off x="7990415" y="2243664"/>
            <a:ext cx="19367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800" err="1">
                <a:solidFill>
                  <a:srgbClr val="BF4342"/>
                </a:solidFill>
                <a:latin typeface="HGGothicE"/>
                <a:ea typeface="HGGothicE"/>
              </a:rPr>
              <a:t>Database</a:t>
            </a:r>
          </a:p>
        </p:txBody>
      </p:sp>
      <p:sp>
        <p:nvSpPr>
          <p:cNvPr id="84" name="Szövegdoboz 83">
            <a:extLst>
              <a:ext uri="{FF2B5EF4-FFF2-40B4-BE49-F238E27FC236}">
                <a16:creationId xmlns:a16="http://schemas.microsoft.com/office/drawing/2014/main" id="{A278B638-4A5E-3DCA-21E4-E23C0940A62E}"/>
              </a:ext>
            </a:extLst>
          </p:cNvPr>
          <p:cNvSpPr txBox="1"/>
          <p:nvPr/>
        </p:nvSpPr>
        <p:spPr>
          <a:xfrm>
            <a:off x="9927164" y="2243664"/>
            <a:ext cx="19367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800">
                <a:solidFill>
                  <a:srgbClr val="BF4342"/>
                </a:solidFill>
                <a:latin typeface="HGGothicE"/>
                <a:ea typeface="HGGothicE"/>
              </a:rPr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19057391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1EADDB-99E3-C1E4-2450-63EE1CC58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églalap: lekerekített 70">
            <a:extLst>
              <a:ext uri="{FF2B5EF4-FFF2-40B4-BE49-F238E27FC236}">
                <a16:creationId xmlns:a16="http://schemas.microsoft.com/office/drawing/2014/main" id="{FF595817-785F-E0F2-14EC-1F4DC11FBB87}"/>
              </a:ext>
            </a:extLst>
          </p:cNvPr>
          <p:cNvSpPr/>
          <p:nvPr/>
        </p:nvSpPr>
        <p:spPr>
          <a:xfrm>
            <a:off x="-413564" y="0"/>
            <a:ext cx="12276666" cy="6858000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22C5A3E4-854C-1974-2385-4DD351A7C2BD}"/>
              </a:ext>
            </a:extLst>
          </p:cNvPr>
          <p:cNvSpPr/>
          <p:nvPr/>
        </p:nvSpPr>
        <p:spPr>
          <a:xfrm>
            <a:off x="8147536" y="2530230"/>
            <a:ext cx="1611925" cy="4005383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hu-HU" sz="2000" b="1">
              <a:solidFill>
                <a:srgbClr val="BF4342"/>
              </a:solidFill>
            </a:endParaRPr>
          </a:p>
          <a:p>
            <a:pPr algn="ctr"/>
            <a:endParaRPr lang="hu-HU" sz="2000" b="1">
              <a:solidFill>
                <a:srgbClr val="BF4342"/>
              </a:solidFill>
            </a:endParaRPr>
          </a:p>
          <a:p>
            <a:pPr algn="ctr"/>
            <a:r>
              <a:rPr lang="hu-HU" sz="2000" b="1">
                <a:solidFill>
                  <a:srgbClr val="BF4342"/>
                </a:solidFill>
              </a:rPr>
              <a:t>MySQL</a:t>
            </a:r>
          </a:p>
          <a:p>
            <a:pPr algn="ctr"/>
            <a:endParaRPr lang="hu-HU" sz="2000" b="1">
              <a:solidFill>
                <a:srgbClr val="BF4342"/>
              </a:solidFill>
            </a:endParaRPr>
          </a:p>
          <a:p>
            <a:pPr algn="ctr"/>
            <a:endParaRPr lang="hu-HU" sz="2000" b="1">
              <a:solidFill>
                <a:srgbClr val="BF4342"/>
              </a:solidFill>
            </a:endParaRPr>
          </a:p>
        </p:txBody>
      </p:sp>
      <p:sp>
        <p:nvSpPr>
          <p:cNvPr id="3" name="Téglalap: lekerekített 2">
            <a:extLst>
              <a:ext uri="{FF2B5EF4-FFF2-40B4-BE49-F238E27FC236}">
                <a16:creationId xmlns:a16="http://schemas.microsoft.com/office/drawing/2014/main" id="{8A861667-C2BD-9E14-A25F-558C782B81FA}"/>
              </a:ext>
            </a:extLst>
          </p:cNvPr>
          <p:cNvSpPr/>
          <p:nvPr/>
        </p:nvSpPr>
        <p:spPr>
          <a:xfrm>
            <a:off x="6213229" y="2520461"/>
            <a:ext cx="1611925" cy="4005383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hu-HU" sz="2000" b="1">
                <a:solidFill>
                  <a:srgbClr val="BF4342"/>
                </a:solidFill>
              </a:rPr>
              <a:t>Java</a:t>
            </a:r>
          </a:p>
          <a:p>
            <a:pPr algn="ctr"/>
            <a:endParaRPr lang="hu-HU" sz="2000" b="1">
              <a:solidFill>
                <a:srgbClr val="BF4342"/>
              </a:solidFill>
            </a:endParaRPr>
          </a:p>
          <a:p>
            <a:pPr algn="ctr"/>
            <a:r>
              <a:rPr lang="hu-HU" sz="2000" b="1" err="1">
                <a:solidFill>
                  <a:srgbClr val="BF4342"/>
                </a:solidFill>
              </a:rPr>
              <a:t>RestAPI</a:t>
            </a:r>
          </a:p>
          <a:p>
            <a:pPr algn="ctr"/>
            <a:endParaRPr lang="hu-HU" sz="2000" b="1">
              <a:solidFill>
                <a:srgbClr val="BF4342"/>
              </a:solidFill>
            </a:endParaRPr>
          </a:p>
          <a:p>
            <a:pPr algn="ctr"/>
            <a:r>
              <a:rPr lang="hu-HU" sz="2000" b="1">
                <a:solidFill>
                  <a:srgbClr val="BF4342"/>
                </a:solidFill>
              </a:rPr>
              <a:t>JWT</a:t>
            </a:r>
          </a:p>
        </p:txBody>
      </p:sp>
      <p:sp>
        <p:nvSpPr>
          <p:cNvPr id="2" name="Téglalap: lekerekített 1">
            <a:extLst>
              <a:ext uri="{FF2B5EF4-FFF2-40B4-BE49-F238E27FC236}">
                <a16:creationId xmlns:a16="http://schemas.microsoft.com/office/drawing/2014/main" id="{48DD7EF8-2C9F-A06D-2092-B132B4EED88F}"/>
              </a:ext>
            </a:extLst>
          </p:cNvPr>
          <p:cNvSpPr/>
          <p:nvPr/>
        </p:nvSpPr>
        <p:spPr>
          <a:xfrm>
            <a:off x="4278922" y="2520461"/>
            <a:ext cx="1611925" cy="3995614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000" b="1">
                <a:solidFill>
                  <a:srgbClr val="BF4342"/>
                </a:solidFill>
              </a:rPr>
              <a:t>HTML</a:t>
            </a:r>
          </a:p>
          <a:p>
            <a:pPr algn="ctr"/>
            <a:endParaRPr lang="hu-HU" sz="2000" b="1">
              <a:solidFill>
                <a:srgbClr val="BF4342"/>
              </a:solidFill>
            </a:endParaRPr>
          </a:p>
          <a:p>
            <a:pPr algn="ctr"/>
            <a:r>
              <a:rPr lang="hu-HU" sz="2000" b="1">
                <a:solidFill>
                  <a:srgbClr val="BF4342"/>
                </a:solidFill>
              </a:rPr>
              <a:t>CSS</a:t>
            </a:r>
          </a:p>
          <a:p>
            <a:pPr algn="ctr"/>
            <a:endParaRPr lang="hu-HU" sz="2000" b="1">
              <a:solidFill>
                <a:srgbClr val="BF4342"/>
              </a:solidFill>
            </a:endParaRPr>
          </a:p>
          <a:p>
            <a:pPr algn="ctr"/>
            <a:r>
              <a:rPr lang="hu-HU" b="1">
                <a:solidFill>
                  <a:srgbClr val="BF4342"/>
                </a:solidFill>
              </a:rPr>
              <a:t>JavaScript</a:t>
            </a:r>
          </a:p>
        </p:txBody>
      </p:sp>
      <p:sp>
        <p:nvSpPr>
          <p:cNvPr id="80" name="Téglalap 79">
            <a:extLst>
              <a:ext uri="{FF2B5EF4-FFF2-40B4-BE49-F238E27FC236}">
                <a16:creationId xmlns:a16="http://schemas.microsoft.com/office/drawing/2014/main" id="{6A3DA8E1-B93C-C8F8-98C5-BBE41063E4AE}"/>
              </a:ext>
            </a:extLst>
          </p:cNvPr>
          <p:cNvSpPr/>
          <p:nvPr/>
        </p:nvSpPr>
        <p:spPr>
          <a:xfrm>
            <a:off x="3958165" y="2125620"/>
            <a:ext cx="7895980" cy="815731"/>
          </a:xfrm>
          <a:prstGeom prst="rect">
            <a:avLst/>
          </a:prstGeom>
          <a:solidFill>
            <a:srgbClr val="E7D7C1"/>
          </a:solidFill>
          <a:ln w="57150">
            <a:solidFill>
              <a:srgbClr val="8C1C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3" name="Téglalap: lekerekített 72">
            <a:extLst>
              <a:ext uri="{FF2B5EF4-FFF2-40B4-BE49-F238E27FC236}">
                <a16:creationId xmlns:a16="http://schemas.microsoft.com/office/drawing/2014/main" id="{58E4D36D-3F38-B1FD-B6EC-11D5EBBC3799}"/>
              </a:ext>
            </a:extLst>
          </p:cNvPr>
          <p:cNvSpPr/>
          <p:nvPr/>
        </p:nvSpPr>
        <p:spPr>
          <a:xfrm>
            <a:off x="11451981" y="485204"/>
            <a:ext cx="603250" cy="814916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4" name="Téglalap: lekerekített 33">
            <a:extLst>
              <a:ext uri="{FF2B5EF4-FFF2-40B4-BE49-F238E27FC236}">
                <a16:creationId xmlns:a16="http://schemas.microsoft.com/office/drawing/2014/main" id="{CCFFF470-913A-9724-C3C0-0D7FAC9A7021}"/>
              </a:ext>
            </a:extLst>
          </p:cNvPr>
          <p:cNvSpPr/>
          <p:nvPr/>
        </p:nvSpPr>
        <p:spPr>
          <a:xfrm>
            <a:off x="3726146" y="1130787"/>
            <a:ext cx="603250" cy="814916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6" name="Téglalap: lekerekített 35">
            <a:extLst>
              <a:ext uri="{FF2B5EF4-FFF2-40B4-BE49-F238E27FC236}">
                <a16:creationId xmlns:a16="http://schemas.microsoft.com/office/drawing/2014/main" id="{C662B13E-038A-3648-B005-8D56ADD49582}"/>
              </a:ext>
            </a:extLst>
          </p:cNvPr>
          <p:cNvSpPr/>
          <p:nvPr/>
        </p:nvSpPr>
        <p:spPr>
          <a:xfrm>
            <a:off x="-318315" y="-10584"/>
            <a:ext cx="4275666" cy="6858000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8" name="Téglalap: lekerekített 37">
            <a:extLst>
              <a:ext uri="{FF2B5EF4-FFF2-40B4-BE49-F238E27FC236}">
                <a16:creationId xmlns:a16="http://schemas.microsoft.com/office/drawing/2014/main" id="{5FFBD51E-9DE7-B6A7-F567-E32C6B66406E}"/>
              </a:ext>
            </a:extLst>
          </p:cNvPr>
          <p:cNvSpPr/>
          <p:nvPr/>
        </p:nvSpPr>
        <p:spPr>
          <a:xfrm>
            <a:off x="-638256" y="0"/>
            <a:ext cx="4275666" cy="6858000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Téglalap: lekerekített 39">
            <a:extLst>
              <a:ext uri="{FF2B5EF4-FFF2-40B4-BE49-F238E27FC236}">
                <a16:creationId xmlns:a16="http://schemas.microsoft.com/office/drawing/2014/main" id="{E5712A72-EC09-21FD-4A7C-23449F16A94A}"/>
              </a:ext>
            </a:extLst>
          </p:cNvPr>
          <p:cNvSpPr/>
          <p:nvPr/>
        </p:nvSpPr>
        <p:spPr>
          <a:xfrm>
            <a:off x="3332121" y="1451543"/>
            <a:ext cx="603250" cy="814916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2" name="Téglalap: lekerekített 41">
            <a:extLst>
              <a:ext uri="{FF2B5EF4-FFF2-40B4-BE49-F238E27FC236}">
                <a16:creationId xmlns:a16="http://schemas.microsoft.com/office/drawing/2014/main" id="{3812DE6C-B6B3-3C0A-9D0A-42B15882DEFB}"/>
              </a:ext>
            </a:extLst>
          </p:cNvPr>
          <p:cNvSpPr/>
          <p:nvPr/>
        </p:nvSpPr>
        <p:spPr>
          <a:xfrm>
            <a:off x="-941102" y="0"/>
            <a:ext cx="4275666" cy="6858000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4" name="Téglalap: lekerekített 43">
            <a:extLst>
              <a:ext uri="{FF2B5EF4-FFF2-40B4-BE49-F238E27FC236}">
                <a16:creationId xmlns:a16="http://schemas.microsoft.com/office/drawing/2014/main" id="{08A528ED-F2B2-5FE7-DF27-565FB13D59C7}"/>
              </a:ext>
            </a:extLst>
          </p:cNvPr>
          <p:cNvSpPr/>
          <p:nvPr/>
        </p:nvSpPr>
        <p:spPr>
          <a:xfrm>
            <a:off x="3126967" y="1944889"/>
            <a:ext cx="603250" cy="814916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6" name="Téglalap: lekerekített 45">
            <a:extLst>
              <a:ext uri="{FF2B5EF4-FFF2-40B4-BE49-F238E27FC236}">
                <a16:creationId xmlns:a16="http://schemas.microsoft.com/office/drawing/2014/main" id="{37A25E7D-DB4A-247E-AB39-1FA6A9C55251}"/>
              </a:ext>
            </a:extLst>
          </p:cNvPr>
          <p:cNvSpPr/>
          <p:nvPr/>
        </p:nvSpPr>
        <p:spPr>
          <a:xfrm>
            <a:off x="-1243948" y="0"/>
            <a:ext cx="4275666" cy="6858000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8" name="Téglalap: lekerekített 47">
            <a:extLst>
              <a:ext uri="{FF2B5EF4-FFF2-40B4-BE49-F238E27FC236}">
                <a16:creationId xmlns:a16="http://schemas.microsoft.com/office/drawing/2014/main" id="{B53DAA71-4C42-051A-29BD-48C4D02C5257}"/>
              </a:ext>
            </a:extLst>
          </p:cNvPr>
          <p:cNvSpPr/>
          <p:nvPr/>
        </p:nvSpPr>
        <p:spPr>
          <a:xfrm>
            <a:off x="2824120" y="2522901"/>
            <a:ext cx="603250" cy="814916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0" name="Téglalap: lekerekített 49">
            <a:extLst>
              <a:ext uri="{FF2B5EF4-FFF2-40B4-BE49-F238E27FC236}">
                <a16:creationId xmlns:a16="http://schemas.microsoft.com/office/drawing/2014/main" id="{C8BD4521-C3FE-3456-2A38-079AF1603FFC}"/>
              </a:ext>
            </a:extLst>
          </p:cNvPr>
          <p:cNvSpPr/>
          <p:nvPr/>
        </p:nvSpPr>
        <p:spPr>
          <a:xfrm>
            <a:off x="-1527255" y="0"/>
            <a:ext cx="4275666" cy="6858000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2" name="Téglalap: lekerekített 51">
            <a:extLst>
              <a:ext uri="{FF2B5EF4-FFF2-40B4-BE49-F238E27FC236}">
                <a16:creationId xmlns:a16="http://schemas.microsoft.com/office/drawing/2014/main" id="{3FCC9AC4-268A-C201-E1D0-8163BE577F1A}"/>
              </a:ext>
            </a:extLst>
          </p:cNvPr>
          <p:cNvSpPr/>
          <p:nvPr/>
        </p:nvSpPr>
        <p:spPr>
          <a:xfrm>
            <a:off x="2521273" y="3086260"/>
            <a:ext cx="603250" cy="814916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4" name="Téglalap: lekerekített 53">
            <a:extLst>
              <a:ext uri="{FF2B5EF4-FFF2-40B4-BE49-F238E27FC236}">
                <a16:creationId xmlns:a16="http://schemas.microsoft.com/office/drawing/2014/main" id="{4DA3CE57-7A31-A404-C651-C8E047A5F26B}"/>
              </a:ext>
            </a:extLst>
          </p:cNvPr>
          <p:cNvSpPr/>
          <p:nvPr/>
        </p:nvSpPr>
        <p:spPr>
          <a:xfrm>
            <a:off x="-1751947" y="0"/>
            <a:ext cx="4275666" cy="6858000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6" name="Téglalap: lekerekített 55">
            <a:extLst>
              <a:ext uri="{FF2B5EF4-FFF2-40B4-BE49-F238E27FC236}">
                <a16:creationId xmlns:a16="http://schemas.microsoft.com/office/drawing/2014/main" id="{3C69B316-C729-8A2D-3C84-0F38BC54880D}"/>
              </a:ext>
            </a:extLst>
          </p:cNvPr>
          <p:cNvSpPr/>
          <p:nvPr/>
        </p:nvSpPr>
        <p:spPr>
          <a:xfrm>
            <a:off x="2222498" y="3713932"/>
            <a:ext cx="603250" cy="814916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8" name="Téglalap: lekerekített 57">
            <a:extLst>
              <a:ext uri="{FF2B5EF4-FFF2-40B4-BE49-F238E27FC236}">
                <a16:creationId xmlns:a16="http://schemas.microsoft.com/office/drawing/2014/main" id="{98E0433C-27EA-69F9-873E-EE30FDC6E655}"/>
              </a:ext>
            </a:extLst>
          </p:cNvPr>
          <p:cNvSpPr/>
          <p:nvPr/>
        </p:nvSpPr>
        <p:spPr>
          <a:xfrm>
            <a:off x="-2058864" y="-1"/>
            <a:ext cx="4275666" cy="6858000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0" name="Téglalap: lekerekített 59">
            <a:extLst>
              <a:ext uri="{FF2B5EF4-FFF2-40B4-BE49-F238E27FC236}">
                <a16:creationId xmlns:a16="http://schemas.microsoft.com/office/drawing/2014/main" id="{E48BE2E1-2DC9-4DF7-AF44-0E659BF468C1}"/>
              </a:ext>
            </a:extLst>
          </p:cNvPr>
          <p:cNvSpPr/>
          <p:nvPr/>
        </p:nvSpPr>
        <p:spPr>
          <a:xfrm>
            <a:off x="2021414" y="4306598"/>
            <a:ext cx="603250" cy="814916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2" name="Téglalap: lekerekített 61">
            <a:extLst>
              <a:ext uri="{FF2B5EF4-FFF2-40B4-BE49-F238E27FC236}">
                <a16:creationId xmlns:a16="http://schemas.microsoft.com/office/drawing/2014/main" id="{1F1F1315-475E-0641-BD2B-8E2ABEA715CF}"/>
              </a:ext>
            </a:extLst>
          </p:cNvPr>
          <p:cNvSpPr/>
          <p:nvPr/>
        </p:nvSpPr>
        <p:spPr>
          <a:xfrm>
            <a:off x="-2355197" y="-2"/>
            <a:ext cx="4275666" cy="6858000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5" name="Téglalap: lekerekített 64">
            <a:extLst>
              <a:ext uri="{FF2B5EF4-FFF2-40B4-BE49-F238E27FC236}">
                <a16:creationId xmlns:a16="http://schemas.microsoft.com/office/drawing/2014/main" id="{86AF9F74-5B48-C809-11C9-618931FE1B99}"/>
              </a:ext>
            </a:extLst>
          </p:cNvPr>
          <p:cNvSpPr/>
          <p:nvPr/>
        </p:nvSpPr>
        <p:spPr>
          <a:xfrm>
            <a:off x="1725080" y="4856931"/>
            <a:ext cx="603250" cy="814916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7" name="Téglalap: lekerekített 66">
            <a:extLst>
              <a:ext uri="{FF2B5EF4-FFF2-40B4-BE49-F238E27FC236}">
                <a16:creationId xmlns:a16="http://schemas.microsoft.com/office/drawing/2014/main" id="{6CC5B21B-022D-A657-6DE6-3AA830971D28}"/>
              </a:ext>
            </a:extLst>
          </p:cNvPr>
          <p:cNvSpPr/>
          <p:nvPr/>
        </p:nvSpPr>
        <p:spPr>
          <a:xfrm>
            <a:off x="-2662113" y="-3"/>
            <a:ext cx="4275666" cy="6858000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9" name="Téglalap: lekerekített 68">
            <a:extLst>
              <a:ext uri="{FF2B5EF4-FFF2-40B4-BE49-F238E27FC236}">
                <a16:creationId xmlns:a16="http://schemas.microsoft.com/office/drawing/2014/main" id="{A2398615-D0DE-11EF-8370-7216FA651033}"/>
              </a:ext>
            </a:extLst>
          </p:cNvPr>
          <p:cNvSpPr/>
          <p:nvPr/>
        </p:nvSpPr>
        <p:spPr>
          <a:xfrm>
            <a:off x="1428746" y="5396681"/>
            <a:ext cx="603250" cy="814916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5" name="Cím 1">
            <a:extLst>
              <a:ext uri="{FF2B5EF4-FFF2-40B4-BE49-F238E27FC236}">
                <a16:creationId xmlns:a16="http://schemas.microsoft.com/office/drawing/2014/main" id="{7F7CE73E-6E57-5AC9-31BC-F98BC6FFE0A1}"/>
              </a:ext>
            </a:extLst>
          </p:cNvPr>
          <p:cNvSpPr txBox="1">
            <a:spLocks/>
          </p:cNvSpPr>
          <p:nvPr/>
        </p:nvSpPr>
        <p:spPr>
          <a:xfrm>
            <a:off x="4913285" y="764118"/>
            <a:ext cx="7140734" cy="136076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5400">
                <a:solidFill>
                  <a:srgbClr val="E7D7C1"/>
                </a:solidFill>
                <a:latin typeface="HGGothicE"/>
                <a:ea typeface="HGGothicE"/>
              </a:rPr>
              <a:t>Technologies </a:t>
            </a:r>
            <a:r>
              <a:rPr lang="hu-HU" sz="5400" err="1">
                <a:solidFill>
                  <a:srgbClr val="E7D7C1"/>
                </a:solidFill>
                <a:latin typeface="HGGothicE"/>
                <a:ea typeface="HGGothicE"/>
              </a:rPr>
              <a:t>Used</a:t>
            </a:r>
            <a:endParaRPr lang="hu-HU" sz="5400">
              <a:solidFill>
                <a:srgbClr val="E7D7C1"/>
              </a:solidFill>
              <a:latin typeface="HGGothicE"/>
              <a:ea typeface="HGGothicE"/>
            </a:endParaRPr>
          </a:p>
        </p:txBody>
      </p:sp>
      <p:sp>
        <p:nvSpPr>
          <p:cNvPr id="81" name="Szövegdoboz 80">
            <a:extLst>
              <a:ext uri="{FF2B5EF4-FFF2-40B4-BE49-F238E27FC236}">
                <a16:creationId xmlns:a16="http://schemas.microsoft.com/office/drawing/2014/main" id="{2CD11382-BC39-AA18-43FB-8356EA82ED54}"/>
              </a:ext>
            </a:extLst>
          </p:cNvPr>
          <p:cNvSpPr txBox="1"/>
          <p:nvPr/>
        </p:nvSpPr>
        <p:spPr>
          <a:xfrm>
            <a:off x="4116917" y="2243666"/>
            <a:ext cx="19367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800">
                <a:solidFill>
                  <a:srgbClr val="BF4342"/>
                </a:solidFill>
                <a:latin typeface="HGGothicE"/>
                <a:ea typeface="HGGothicE"/>
              </a:rPr>
              <a:t>Frontend</a:t>
            </a:r>
          </a:p>
        </p:txBody>
      </p:sp>
      <p:sp>
        <p:nvSpPr>
          <p:cNvPr id="82" name="Szövegdoboz 81">
            <a:extLst>
              <a:ext uri="{FF2B5EF4-FFF2-40B4-BE49-F238E27FC236}">
                <a16:creationId xmlns:a16="http://schemas.microsoft.com/office/drawing/2014/main" id="{44723350-2495-8BC8-84A3-975996EE21FC}"/>
              </a:ext>
            </a:extLst>
          </p:cNvPr>
          <p:cNvSpPr txBox="1"/>
          <p:nvPr/>
        </p:nvSpPr>
        <p:spPr>
          <a:xfrm>
            <a:off x="6053666" y="2243665"/>
            <a:ext cx="19367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800">
                <a:solidFill>
                  <a:srgbClr val="BF4342"/>
                </a:solidFill>
                <a:latin typeface="HGGothicE"/>
                <a:ea typeface="HGGothicE"/>
              </a:rPr>
              <a:t>Backend</a:t>
            </a:r>
          </a:p>
        </p:txBody>
      </p:sp>
      <p:sp>
        <p:nvSpPr>
          <p:cNvPr id="83" name="Szövegdoboz 82">
            <a:extLst>
              <a:ext uri="{FF2B5EF4-FFF2-40B4-BE49-F238E27FC236}">
                <a16:creationId xmlns:a16="http://schemas.microsoft.com/office/drawing/2014/main" id="{6B2C70F4-2FC8-52F6-0966-E6CE8C12B332}"/>
              </a:ext>
            </a:extLst>
          </p:cNvPr>
          <p:cNvSpPr txBox="1"/>
          <p:nvPr/>
        </p:nvSpPr>
        <p:spPr>
          <a:xfrm>
            <a:off x="7990415" y="2243664"/>
            <a:ext cx="19367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800" err="1">
                <a:solidFill>
                  <a:srgbClr val="BF4342"/>
                </a:solidFill>
                <a:latin typeface="HGGothicE"/>
                <a:ea typeface="HGGothicE"/>
              </a:rPr>
              <a:t>Database</a:t>
            </a:r>
          </a:p>
        </p:txBody>
      </p:sp>
      <p:sp>
        <p:nvSpPr>
          <p:cNvPr id="84" name="Szövegdoboz 83">
            <a:extLst>
              <a:ext uri="{FF2B5EF4-FFF2-40B4-BE49-F238E27FC236}">
                <a16:creationId xmlns:a16="http://schemas.microsoft.com/office/drawing/2014/main" id="{3D639B42-D7CA-5A39-E65B-86FDA8B034BF}"/>
              </a:ext>
            </a:extLst>
          </p:cNvPr>
          <p:cNvSpPr txBox="1"/>
          <p:nvPr/>
        </p:nvSpPr>
        <p:spPr>
          <a:xfrm>
            <a:off x="9927164" y="2243664"/>
            <a:ext cx="19367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800">
                <a:solidFill>
                  <a:srgbClr val="BF4342"/>
                </a:solidFill>
                <a:latin typeface="HGGothicE"/>
                <a:ea typeface="HGGothicE"/>
              </a:rPr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4008515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4BE5D9-9706-E71A-4352-4ED8113A4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églalap: lekerekített 70">
            <a:extLst>
              <a:ext uri="{FF2B5EF4-FFF2-40B4-BE49-F238E27FC236}">
                <a16:creationId xmlns:a16="http://schemas.microsoft.com/office/drawing/2014/main" id="{36B0CD09-B099-B9A6-D095-634D2659A602}"/>
              </a:ext>
            </a:extLst>
          </p:cNvPr>
          <p:cNvSpPr/>
          <p:nvPr/>
        </p:nvSpPr>
        <p:spPr>
          <a:xfrm>
            <a:off x="-413564" y="0"/>
            <a:ext cx="12276666" cy="6858000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818FEB7A-77B4-8D78-38E0-D4189A075DB7}"/>
              </a:ext>
            </a:extLst>
          </p:cNvPr>
          <p:cNvSpPr/>
          <p:nvPr/>
        </p:nvSpPr>
        <p:spPr>
          <a:xfrm>
            <a:off x="10062304" y="2520460"/>
            <a:ext cx="1690078" cy="3477845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hu-HU" sz="2000" b="1">
              <a:solidFill>
                <a:srgbClr val="BF4342"/>
              </a:solidFill>
            </a:endParaRPr>
          </a:p>
          <a:p>
            <a:pPr algn="ctr"/>
            <a:endParaRPr lang="hu-HU" sz="2000" b="1">
              <a:solidFill>
                <a:srgbClr val="BF4342"/>
              </a:solidFill>
            </a:endParaRPr>
          </a:p>
          <a:p>
            <a:pPr algn="ctr"/>
            <a:endParaRPr lang="hu-HU" sz="2000" b="1">
              <a:solidFill>
                <a:srgbClr val="BF4342"/>
              </a:solidFill>
            </a:endParaRPr>
          </a:p>
          <a:p>
            <a:pPr algn="ctr"/>
            <a:endParaRPr lang="hu-HU" sz="2000" b="1">
              <a:solidFill>
                <a:srgbClr val="BF4342"/>
              </a:solidFill>
            </a:endParaRPr>
          </a:p>
          <a:p>
            <a:pPr algn="ctr"/>
            <a:r>
              <a:rPr lang="hu-HU" sz="2000" b="1" err="1">
                <a:solidFill>
                  <a:srgbClr val="BF4342"/>
                </a:solidFill>
              </a:rPr>
              <a:t>Figma</a:t>
            </a:r>
          </a:p>
          <a:p>
            <a:pPr algn="ctr"/>
            <a:endParaRPr lang="hu-HU" sz="2000" b="1">
              <a:solidFill>
                <a:srgbClr val="BF4342"/>
              </a:solidFill>
            </a:endParaRPr>
          </a:p>
          <a:p>
            <a:pPr algn="ctr"/>
            <a:endParaRPr lang="hu-HU" sz="2000" b="1">
              <a:solidFill>
                <a:srgbClr val="BF4342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D478A5B7-EAFF-648F-A150-E8E1EA3DC141}"/>
              </a:ext>
            </a:extLst>
          </p:cNvPr>
          <p:cNvSpPr/>
          <p:nvPr/>
        </p:nvSpPr>
        <p:spPr>
          <a:xfrm>
            <a:off x="8147536" y="2530230"/>
            <a:ext cx="1611925" cy="4005383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hu-HU" sz="2000" b="1">
              <a:solidFill>
                <a:srgbClr val="BF4342"/>
              </a:solidFill>
            </a:endParaRPr>
          </a:p>
          <a:p>
            <a:pPr algn="ctr"/>
            <a:endParaRPr lang="hu-HU" sz="2000" b="1">
              <a:solidFill>
                <a:srgbClr val="BF4342"/>
              </a:solidFill>
            </a:endParaRPr>
          </a:p>
          <a:p>
            <a:pPr algn="ctr"/>
            <a:r>
              <a:rPr lang="hu-HU" sz="2000" b="1" err="1">
                <a:solidFill>
                  <a:srgbClr val="BF4342"/>
                </a:solidFill>
              </a:rPr>
              <a:t>MySQL</a:t>
            </a:r>
          </a:p>
          <a:p>
            <a:pPr algn="ctr"/>
            <a:endParaRPr lang="hu-HU" sz="2000" b="1">
              <a:solidFill>
                <a:srgbClr val="BF4342"/>
              </a:solidFill>
            </a:endParaRPr>
          </a:p>
          <a:p>
            <a:pPr algn="ctr"/>
            <a:endParaRPr lang="hu-HU" sz="2000" b="1">
              <a:solidFill>
                <a:srgbClr val="BF4342"/>
              </a:solidFill>
            </a:endParaRPr>
          </a:p>
        </p:txBody>
      </p:sp>
      <p:sp>
        <p:nvSpPr>
          <p:cNvPr id="3" name="Téglalap: lekerekített 2">
            <a:extLst>
              <a:ext uri="{FF2B5EF4-FFF2-40B4-BE49-F238E27FC236}">
                <a16:creationId xmlns:a16="http://schemas.microsoft.com/office/drawing/2014/main" id="{31595719-3065-F949-3B93-E9D78A36DCE7}"/>
              </a:ext>
            </a:extLst>
          </p:cNvPr>
          <p:cNvSpPr/>
          <p:nvPr/>
        </p:nvSpPr>
        <p:spPr>
          <a:xfrm>
            <a:off x="6213229" y="2520461"/>
            <a:ext cx="1611925" cy="4005383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hu-HU" sz="2000" b="1">
                <a:solidFill>
                  <a:srgbClr val="BF4342"/>
                </a:solidFill>
              </a:rPr>
              <a:t>Java</a:t>
            </a:r>
          </a:p>
          <a:p>
            <a:pPr algn="ctr"/>
            <a:endParaRPr lang="hu-HU" sz="2000" b="1">
              <a:solidFill>
                <a:srgbClr val="BF4342"/>
              </a:solidFill>
            </a:endParaRPr>
          </a:p>
          <a:p>
            <a:pPr algn="ctr"/>
            <a:r>
              <a:rPr lang="hu-HU" sz="2000" b="1" err="1">
                <a:solidFill>
                  <a:srgbClr val="BF4342"/>
                </a:solidFill>
              </a:rPr>
              <a:t>RestAPI</a:t>
            </a:r>
          </a:p>
          <a:p>
            <a:pPr algn="ctr"/>
            <a:endParaRPr lang="hu-HU" sz="2000" b="1">
              <a:solidFill>
                <a:srgbClr val="BF4342"/>
              </a:solidFill>
            </a:endParaRPr>
          </a:p>
          <a:p>
            <a:pPr algn="ctr"/>
            <a:r>
              <a:rPr lang="hu-HU" sz="2000" b="1">
                <a:solidFill>
                  <a:srgbClr val="BF4342"/>
                </a:solidFill>
              </a:rPr>
              <a:t>JWT</a:t>
            </a:r>
          </a:p>
        </p:txBody>
      </p:sp>
      <p:sp>
        <p:nvSpPr>
          <p:cNvPr id="2" name="Téglalap: lekerekített 1">
            <a:extLst>
              <a:ext uri="{FF2B5EF4-FFF2-40B4-BE49-F238E27FC236}">
                <a16:creationId xmlns:a16="http://schemas.microsoft.com/office/drawing/2014/main" id="{F2312882-1D36-1C2B-5A1B-5AFC19E03AE9}"/>
              </a:ext>
            </a:extLst>
          </p:cNvPr>
          <p:cNvSpPr/>
          <p:nvPr/>
        </p:nvSpPr>
        <p:spPr>
          <a:xfrm>
            <a:off x="4278922" y="2520461"/>
            <a:ext cx="1611925" cy="3995614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000" b="1">
                <a:solidFill>
                  <a:srgbClr val="BF4342"/>
                </a:solidFill>
              </a:rPr>
              <a:t>HTML</a:t>
            </a:r>
          </a:p>
          <a:p>
            <a:pPr algn="ctr"/>
            <a:endParaRPr lang="hu-HU" sz="2000" b="1">
              <a:solidFill>
                <a:srgbClr val="BF4342"/>
              </a:solidFill>
            </a:endParaRPr>
          </a:p>
          <a:p>
            <a:pPr algn="ctr"/>
            <a:r>
              <a:rPr lang="hu-HU" sz="2000" b="1">
                <a:solidFill>
                  <a:srgbClr val="BF4342"/>
                </a:solidFill>
              </a:rPr>
              <a:t>CSS</a:t>
            </a:r>
          </a:p>
          <a:p>
            <a:pPr algn="ctr"/>
            <a:endParaRPr lang="hu-HU" sz="2000" b="1">
              <a:solidFill>
                <a:srgbClr val="BF4342"/>
              </a:solidFill>
            </a:endParaRPr>
          </a:p>
          <a:p>
            <a:pPr algn="ctr"/>
            <a:r>
              <a:rPr lang="hu-HU" b="1">
                <a:solidFill>
                  <a:srgbClr val="BF4342"/>
                </a:solidFill>
              </a:rPr>
              <a:t>JavaScript</a:t>
            </a:r>
          </a:p>
        </p:txBody>
      </p:sp>
      <p:sp>
        <p:nvSpPr>
          <p:cNvPr id="80" name="Téglalap 79">
            <a:extLst>
              <a:ext uri="{FF2B5EF4-FFF2-40B4-BE49-F238E27FC236}">
                <a16:creationId xmlns:a16="http://schemas.microsoft.com/office/drawing/2014/main" id="{936A0195-4039-75AA-F687-D4515BAD753B}"/>
              </a:ext>
            </a:extLst>
          </p:cNvPr>
          <p:cNvSpPr/>
          <p:nvPr/>
        </p:nvSpPr>
        <p:spPr>
          <a:xfrm>
            <a:off x="3958165" y="2125620"/>
            <a:ext cx="7895980" cy="815731"/>
          </a:xfrm>
          <a:prstGeom prst="rect">
            <a:avLst/>
          </a:prstGeom>
          <a:solidFill>
            <a:srgbClr val="E7D7C1"/>
          </a:solidFill>
          <a:ln w="57150">
            <a:solidFill>
              <a:srgbClr val="8C1C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3" name="Téglalap: lekerekített 72">
            <a:extLst>
              <a:ext uri="{FF2B5EF4-FFF2-40B4-BE49-F238E27FC236}">
                <a16:creationId xmlns:a16="http://schemas.microsoft.com/office/drawing/2014/main" id="{D9023B68-E2DE-D9B3-6AD5-356787450653}"/>
              </a:ext>
            </a:extLst>
          </p:cNvPr>
          <p:cNvSpPr/>
          <p:nvPr/>
        </p:nvSpPr>
        <p:spPr>
          <a:xfrm>
            <a:off x="11451981" y="485204"/>
            <a:ext cx="603250" cy="814916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4" name="Téglalap: lekerekített 33">
            <a:extLst>
              <a:ext uri="{FF2B5EF4-FFF2-40B4-BE49-F238E27FC236}">
                <a16:creationId xmlns:a16="http://schemas.microsoft.com/office/drawing/2014/main" id="{89B1A800-3E8E-47A5-7AA9-E5B90BDCF400}"/>
              </a:ext>
            </a:extLst>
          </p:cNvPr>
          <p:cNvSpPr/>
          <p:nvPr/>
        </p:nvSpPr>
        <p:spPr>
          <a:xfrm>
            <a:off x="3726146" y="1130787"/>
            <a:ext cx="603250" cy="814916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6" name="Téglalap: lekerekített 35">
            <a:extLst>
              <a:ext uri="{FF2B5EF4-FFF2-40B4-BE49-F238E27FC236}">
                <a16:creationId xmlns:a16="http://schemas.microsoft.com/office/drawing/2014/main" id="{76F83EA4-0000-1846-2DD4-109139C2A425}"/>
              </a:ext>
            </a:extLst>
          </p:cNvPr>
          <p:cNvSpPr/>
          <p:nvPr/>
        </p:nvSpPr>
        <p:spPr>
          <a:xfrm>
            <a:off x="-318315" y="-10584"/>
            <a:ext cx="4275666" cy="6858000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8" name="Téglalap: lekerekített 37">
            <a:extLst>
              <a:ext uri="{FF2B5EF4-FFF2-40B4-BE49-F238E27FC236}">
                <a16:creationId xmlns:a16="http://schemas.microsoft.com/office/drawing/2014/main" id="{077358C0-977C-782B-45D2-46AEC4B70A0B}"/>
              </a:ext>
            </a:extLst>
          </p:cNvPr>
          <p:cNvSpPr/>
          <p:nvPr/>
        </p:nvSpPr>
        <p:spPr>
          <a:xfrm>
            <a:off x="-638256" y="0"/>
            <a:ext cx="4275666" cy="6858000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Téglalap: lekerekített 39">
            <a:extLst>
              <a:ext uri="{FF2B5EF4-FFF2-40B4-BE49-F238E27FC236}">
                <a16:creationId xmlns:a16="http://schemas.microsoft.com/office/drawing/2014/main" id="{5224F017-C924-0D78-2C3D-033101B49DCC}"/>
              </a:ext>
            </a:extLst>
          </p:cNvPr>
          <p:cNvSpPr/>
          <p:nvPr/>
        </p:nvSpPr>
        <p:spPr>
          <a:xfrm>
            <a:off x="3332121" y="1451543"/>
            <a:ext cx="603250" cy="814916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2" name="Téglalap: lekerekített 41">
            <a:extLst>
              <a:ext uri="{FF2B5EF4-FFF2-40B4-BE49-F238E27FC236}">
                <a16:creationId xmlns:a16="http://schemas.microsoft.com/office/drawing/2014/main" id="{399CD98F-75C0-C2F4-58E4-64FEFD744C84}"/>
              </a:ext>
            </a:extLst>
          </p:cNvPr>
          <p:cNvSpPr/>
          <p:nvPr/>
        </p:nvSpPr>
        <p:spPr>
          <a:xfrm>
            <a:off x="-941102" y="0"/>
            <a:ext cx="4275666" cy="6858000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4" name="Téglalap: lekerekített 43">
            <a:extLst>
              <a:ext uri="{FF2B5EF4-FFF2-40B4-BE49-F238E27FC236}">
                <a16:creationId xmlns:a16="http://schemas.microsoft.com/office/drawing/2014/main" id="{DC86BACF-4C8A-4039-B2F5-BD40B2E51AC8}"/>
              </a:ext>
            </a:extLst>
          </p:cNvPr>
          <p:cNvSpPr/>
          <p:nvPr/>
        </p:nvSpPr>
        <p:spPr>
          <a:xfrm>
            <a:off x="3126967" y="1944889"/>
            <a:ext cx="603250" cy="814916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6" name="Téglalap: lekerekített 45">
            <a:extLst>
              <a:ext uri="{FF2B5EF4-FFF2-40B4-BE49-F238E27FC236}">
                <a16:creationId xmlns:a16="http://schemas.microsoft.com/office/drawing/2014/main" id="{7FEDC457-163C-396B-CDAC-9EB42288DB24}"/>
              </a:ext>
            </a:extLst>
          </p:cNvPr>
          <p:cNvSpPr/>
          <p:nvPr/>
        </p:nvSpPr>
        <p:spPr>
          <a:xfrm>
            <a:off x="-1243948" y="0"/>
            <a:ext cx="4275666" cy="6858000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8" name="Téglalap: lekerekített 47">
            <a:extLst>
              <a:ext uri="{FF2B5EF4-FFF2-40B4-BE49-F238E27FC236}">
                <a16:creationId xmlns:a16="http://schemas.microsoft.com/office/drawing/2014/main" id="{305AEE86-CC9D-010C-3070-FA815B01C0FF}"/>
              </a:ext>
            </a:extLst>
          </p:cNvPr>
          <p:cNvSpPr/>
          <p:nvPr/>
        </p:nvSpPr>
        <p:spPr>
          <a:xfrm>
            <a:off x="2824120" y="2522901"/>
            <a:ext cx="603250" cy="814916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0" name="Téglalap: lekerekített 49">
            <a:extLst>
              <a:ext uri="{FF2B5EF4-FFF2-40B4-BE49-F238E27FC236}">
                <a16:creationId xmlns:a16="http://schemas.microsoft.com/office/drawing/2014/main" id="{AF3C7675-DF6C-4D49-D8DB-6C6CB63732E8}"/>
              </a:ext>
            </a:extLst>
          </p:cNvPr>
          <p:cNvSpPr/>
          <p:nvPr/>
        </p:nvSpPr>
        <p:spPr>
          <a:xfrm>
            <a:off x="-1527255" y="0"/>
            <a:ext cx="4275666" cy="6858000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2" name="Téglalap: lekerekített 51">
            <a:extLst>
              <a:ext uri="{FF2B5EF4-FFF2-40B4-BE49-F238E27FC236}">
                <a16:creationId xmlns:a16="http://schemas.microsoft.com/office/drawing/2014/main" id="{F3ECEC75-35A9-563C-8431-284D93D03952}"/>
              </a:ext>
            </a:extLst>
          </p:cNvPr>
          <p:cNvSpPr/>
          <p:nvPr/>
        </p:nvSpPr>
        <p:spPr>
          <a:xfrm>
            <a:off x="2521273" y="3086260"/>
            <a:ext cx="603250" cy="814916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4" name="Téglalap: lekerekített 53">
            <a:extLst>
              <a:ext uri="{FF2B5EF4-FFF2-40B4-BE49-F238E27FC236}">
                <a16:creationId xmlns:a16="http://schemas.microsoft.com/office/drawing/2014/main" id="{ED63CBC1-C107-FF86-AFBF-BE97D793FDED}"/>
              </a:ext>
            </a:extLst>
          </p:cNvPr>
          <p:cNvSpPr/>
          <p:nvPr/>
        </p:nvSpPr>
        <p:spPr>
          <a:xfrm>
            <a:off x="-1751947" y="0"/>
            <a:ext cx="4275666" cy="6858000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6" name="Téglalap: lekerekített 55">
            <a:extLst>
              <a:ext uri="{FF2B5EF4-FFF2-40B4-BE49-F238E27FC236}">
                <a16:creationId xmlns:a16="http://schemas.microsoft.com/office/drawing/2014/main" id="{E3393D05-1792-F63D-1042-D4B64A480568}"/>
              </a:ext>
            </a:extLst>
          </p:cNvPr>
          <p:cNvSpPr/>
          <p:nvPr/>
        </p:nvSpPr>
        <p:spPr>
          <a:xfrm>
            <a:off x="2222498" y="3713932"/>
            <a:ext cx="603250" cy="814916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8" name="Téglalap: lekerekített 57">
            <a:extLst>
              <a:ext uri="{FF2B5EF4-FFF2-40B4-BE49-F238E27FC236}">
                <a16:creationId xmlns:a16="http://schemas.microsoft.com/office/drawing/2014/main" id="{6578CB1E-48D4-2E0B-A10C-387F3D6BE483}"/>
              </a:ext>
            </a:extLst>
          </p:cNvPr>
          <p:cNvSpPr/>
          <p:nvPr/>
        </p:nvSpPr>
        <p:spPr>
          <a:xfrm>
            <a:off x="-2058864" y="-1"/>
            <a:ext cx="4275666" cy="6858000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0" name="Téglalap: lekerekített 59">
            <a:extLst>
              <a:ext uri="{FF2B5EF4-FFF2-40B4-BE49-F238E27FC236}">
                <a16:creationId xmlns:a16="http://schemas.microsoft.com/office/drawing/2014/main" id="{7557D8C2-216E-C15C-A9BF-4085A4651B13}"/>
              </a:ext>
            </a:extLst>
          </p:cNvPr>
          <p:cNvSpPr/>
          <p:nvPr/>
        </p:nvSpPr>
        <p:spPr>
          <a:xfrm>
            <a:off x="2021414" y="4306598"/>
            <a:ext cx="603250" cy="814916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2" name="Téglalap: lekerekített 61">
            <a:extLst>
              <a:ext uri="{FF2B5EF4-FFF2-40B4-BE49-F238E27FC236}">
                <a16:creationId xmlns:a16="http://schemas.microsoft.com/office/drawing/2014/main" id="{AB0D32EB-5CCB-62D6-8B4A-CB069F982F7A}"/>
              </a:ext>
            </a:extLst>
          </p:cNvPr>
          <p:cNvSpPr/>
          <p:nvPr/>
        </p:nvSpPr>
        <p:spPr>
          <a:xfrm>
            <a:off x="-2355197" y="-2"/>
            <a:ext cx="4275666" cy="6858000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5" name="Téglalap: lekerekített 64">
            <a:extLst>
              <a:ext uri="{FF2B5EF4-FFF2-40B4-BE49-F238E27FC236}">
                <a16:creationId xmlns:a16="http://schemas.microsoft.com/office/drawing/2014/main" id="{37BA214B-FACE-93BA-4831-F3F19ECD9B1F}"/>
              </a:ext>
            </a:extLst>
          </p:cNvPr>
          <p:cNvSpPr/>
          <p:nvPr/>
        </p:nvSpPr>
        <p:spPr>
          <a:xfrm>
            <a:off x="1725080" y="4856931"/>
            <a:ext cx="603250" cy="814916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7" name="Téglalap: lekerekített 66">
            <a:extLst>
              <a:ext uri="{FF2B5EF4-FFF2-40B4-BE49-F238E27FC236}">
                <a16:creationId xmlns:a16="http://schemas.microsoft.com/office/drawing/2014/main" id="{0A1EA725-DE67-9B28-D94E-EBBAB6F3671B}"/>
              </a:ext>
            </a:extLst>
          </p:cNvPr>
          <p:cNvSpPr/>
          <p:nvPr/>
        </p:nvSpPr>
        <p:spPr>
          <a:xfrm>
            <a:off x="-2662113" y="-3"/>
            <a:ext cx="4275666" cy="6858000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9" name="Téglalap: lekerekített 68">
            <a:extLst>
              <a:ext uri="{FF2B5EF4-FFF2-40B4-BE49-F238E27FC236}">
                <a16:creationId xmlns:a16="http://schemas.microsoft.com/office/drawing/2014/main" id="{BA61B7C2-9FBB-A254-A956-F41AB06EAE48}"/>
              </a:ext>
            </a:extLst>
          </p:cNvPr>
          <p:cNvSpPr/>
          <p:nvPr/>
        </p:nvSpPr>
        <p:spPr>
          <a:xfrm>
            <a:off x="1428746" y="5396681"/>
            <a:ext cx="603250" cy="814916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5" name="Cím 1">
            <a:extLst>
              <a:ext uri="{FF2B5EF4-FFF2-40B4-BE49-F238E27FC236}">
                <a16:creationId xmlns:a16="http://schemas.microsoft.com/office/drawing/2014/main" id="{1B0332D1-8DE7-21A0-298D-98620157D130}"/>
              </a:ext>
            </a:extLst>
          </p:cNvPr>
          <p:cNvSpPr txBox="1">
            <a:spLocks/>
          </p:cNvSpPr>
          <p:nvPr/>
        </p:nvSpPr>
        <p:spPr>
          <a:xfrm>
            <a:off x="4913285" y="764118"/>
            <a:ext cx="7140734" cy="136076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5400">
                <a:solidFill>
                  <a:srgbClr val="E7D7C1"/>
                </a:solidFill>
                <a:latin typeface="HGGothicE"/>
                <a:ea typeface="HGGothicE"/>
              </a:rPr>
              <a:t>Technologies </a:t>
            </a:r>
            <a:r>
              <a:rPr lang="hu-HU" sz="5400" err="1">
                <a:solidFill>
                  <a:srgbClr val="E7D7C1"/>
                </a:solidFill>
                <a:latin typeface="HGGothicE"/>
                <a:ea typeface="HGGothicE"/>
              </a:rPr>
              <a:t>Used</a:t>
            </a:r>
            <a:endParaRPr lang="hu-HU" sz="5400">
              <a:solidFill>
                <a:srgbClr val="E7D7C1"/>
              </a:solidFill>
              <a:latin typeface="HGGothicE"/>
              <a:ea typeface="HGGothicE"/>
            </a:endParaRPr>
          </a:p>
        </p:txBody>
      </p:sp>
      <p:sp>
        <p:nvSpPr>
          <p:cNvPr id="81" name="Szövegdoboz 80">
            <a:extLst>
              <a:ext uri="{FF2B5EF4-FFF2-40B4-BE49-F238E27FC236}">
                <a16:creationId xmlns:a16="http://schemas.microsoft.com/office/drawing/2014/main" id="{DA2B448B-73D3-EFCC-9CCF-C777B795507D}"/>
              </a:ext>
            </a:extLst>
          </p:cNvPr>
          <p:cNvSpPr txBox="1"/>
          <p:nvPr/>
        </p:nvSpPr>
        <p:spPr>
          <a:xfrm>
            <a:off x="4116917" y="2243666"/>
            <a:ext cx="19367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800">
                <a:solidFill>
                  <a:srgbClr val="BF4342"/>
                </a:solidFill>
                <a:latin typeface="HGGothicE"/>
                <a:ea typeface="HGGothicE"/>
              </a:rPr>
              <a:t>Frontend</a:t>
            </a:r>
          </a:p>
        </p:txBody>
      </p:sp>
      <p:sp>
        <p:nvSpPr>
          <p:cNvPr id="82" name="Szövegdoboz 81">
            <a:extLst>
              <a:ext uri="{FF2B5EF4-FFF2-40B4-BE49-F238E27FC236}">
                <a16:creationId xmlns:a16="http://schemas.microsoft.com/office/drawing/2014/main" id="{339A6390-CAA4-FC41-A62F-BB534019C0B6}"/>
              </a:ext>
            </a:extLst>
          </p:cNvPr>
          <p:cNvSpPr txBox="1"/>
          <p:nvPr/>
        </p:nvSpPr>
        <p:spPr>
          <a:xfrm>
            <a:off x="6053666" y="2243665"/>
            <a:ext cx="19367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800">
                <a:solidFill>
                  <a:srgbClr val="BF4342"/>
                </a:solidFill>
                <a:latin typeface="HGGothicE"/>
                <a:ea typeface="HGGothicE"/>
              </a:rPr>
              <a:t>Backend</a:t>
            </a:r>
          </a:p>
        </p:txBody>
      </p:sp>
      <p:sp>
        <p:nvSpPr>
          <p:cNvPr id="83" name="Szövegdoboz 82">
            <a:extLst>
              <a:ext uri="{FF2B5EF4-FFF2-40B4-BE49-F238E27FC236}">
                <a16:creationId xmlns:a16="http://schemas.microsoft.com/office/drawing/2014/main" id="{98F6A613-6B9A-AB07-248A-81FFCC67E4DF}"/>
              </a:ext>
            </a:extLst>
          </p:cNvPr>
          <p:cNvSpPr txBox="1"/>
          <p:nvPr/>
        </p:nvSpPr>
        <p:spPr>
          <a:xfrm>
            <a:off x="7990415" y="2243664"/>
            <a:ext cx="19367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800" err="1">
                <a:solidFill>
                  <a:srgbClr val="BF4342"/>
                </a:solidFill>
                <a:latin typeface="HGGothicE"/>
                <a:ea typeface="HGGothicE"/>
              </a:rPr>
              <a:t>Database</a:t>
            </a:r>
          </a:p>
        </p:txBody>
      </p:sp>
      <p:sp>
        <p:nvSpPr>
          <p:cNvPr id="84" name="Szövegdoboz 83">
            <a:extLst>
              <a:ext uri="{FF2B5EF4-FFF2-40B4-BE49-F238E27FC236}">
                <a16:creationId xmlns:a16="http://schemas.microsoft.com/office/drawing/2014/main" id="{82EBEB03-6A02-6AD7-D617-49F31F5A1A2F}"/>
              </a:ext>
            </a:extLst>
          </p:cNvPr>
          <p:cNvSpPr txBox="1"/>
          <p:nvPr/>
        </p:nvSpPr>
        <p:spPr>
          <a:xfrm>
            <a:off x="9927164" y="2243664"/>
            <a:ext cx="19367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800">
                <a:solidFill>
                  <a:srgbClr val="BF4342"/>
                </a:solidFill>
                <a:latin typeface="HGGothicE"/>
                <a:ea typeface="HGGothicE"/>
              </a:rPr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6973661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24824637-B9BB-1730-36D2-E27D207220C0}"/>
              </a:ext>
            </a:extLst>
          </p:cNvPr>
          <p:cNvSpPr/>
          <p:nvPr/>
        </p:nvSpPr>
        <p:spPr>
          <a:xfrm>
            <a:off x="-413564" y="0"/>
            <a:ext cx="12276666" cy="6858000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D75A6F91-5BAA-DB4A-CCA5-8EC633715B06}"/>
              </a:ext>
            </a:extLst>
          </p:cNvPr>
          <p:cNvSpPr/>
          <p:nvPr/>
        </p:nvSpPr>
        <p:spPr>
          <a:xfrm>
            <a:off x="11451981" y="485204"/>
            <a:ext cx="603250" cy="814916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9418268D-1356-1170-3592-3C93BDADED86}"/>
              </a:ext>
            </a:extLst>
          </p:cNvPr>
          <p:cNvSpPr/>
          <p:nvPr/>
        </p:nvSpPr>
        <p:spPr>
          <a:xfrm>
            <a:off x="11335563" y="1130787"/>
            <a:ext cx="603250" cy="814916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F7AD73C8-5630-80A7-FC24-8FBE9917D43E}"/>
              </a:ext>
            </a:extLst>
          </p:cNvPr>
          <p:cNvSpPr/>
          <p:nvPr/>
        </p:nvSpPr>
        <p:spPr>
          <a:xfrm>
            <a:off x="-318315" y="-1"/>
            <a:ext cx="11959166" cy="6858000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: lekerekített 11">
            <a:extLst>
              <a:ext uri="{FF2B5EF4-FFF2-40B4-BE49-F238E27FC236}">
                <a16:creationId xmlns:a16="http://schemas.microsoft.com/office/drawing/2014/main" id="{7A623C02-78B7-6D19-827B-5D100ECCA7DE}"/>
              </a:ext>
            </a:extLst>
          </p:cNvPr>
          <p:cNvSpPr/>
          <p:nvPr/>
        </p:nvSpPr>
        <p:spPr>
          <a:xfrm>
            <a:off x="-638256" y="0"/>
            <a:ext cx="4275666" cy="6858000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429A3AD8-FFFC-56A4-42BD-87A53D9E4B80}"/>
              </a:ext>
            </a:extLst>
          </p:cNvPr>
          <p:cNvSpPr/>
          <p:nvPr/>
        </p:nvSpPr>
        <p:spPr>
          <a:xfrm>
            <a:off x="3332121" y="1451543"/>
            <a:ext cx="603250" cy="814916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: lekerekített 19">
            <a:extLst>
              <a:ext uri="{FF2B5EF4-FFF2-40B4-BE49-F238E27FC236}">
                <a16:creationId xmlns:a16="http://schemas.microsoft.com/office/drawing/2014/main" id="{A5526D42-6403-E83C-69AD-781911488CC3}"/>
              </a:ext>
            </a:extLst>
          </p:cNvPr>
          <p:cNvSpPr/>
          <p:nvPr/>
        </p:nvSpPr>
        <p:spPr>
          <a:xfrm>
            <a:off x="-941102" y="0"/>
            <a:ext cx="4275666" cy="6858000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Téglalap: lekerekített 23">
            <a:extLst>
              <a:ext uri="{FF2B5EF4-FFF2-40B4-BE49-F238E27FC236}">
                <a16:creationId xmlns:a16="http://schemas.microsoft.com/office/drawing/2014/main" id="{C7B88793-0AAD-9FC1-4E37-2EFC315121CF}"/>
              </a:ext>
            </a:extLst>
          </p:cNvPr>
          <p:cNvSpPr/>
          <p:nvPr/>
        </p:nvSpPr>
        <p:spPr>
          <a:xfrm>
            <a:off x="3126967" y="1944889"/>
            <a:ext cx="603250" cy="814916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Téglalap: lekerekített 27">
            <a:extLst>
              <a:ext uri="{FF2B5EF4-FFF2-40B4-BE49-F238E27FC236}">
                <a16:creationId xmlns:a16="http://schemas.microsoft.com/office/drawing/2014/main" id="{F1C2FDA3-4E10-7013-1E97-73226A83A3DB}"/>
              </a:ext>
            </a:extLst>
          </p:cNvPr>
          <p:cNvSpPr/>
          <p:nvPr/>
        </p:nvSpPr>
        <p:spPr>
          <a:xfrm>
            <a:off x="-1243948" y="0"/>
            <a:ext cx="4275666" cy="6858000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" name="Téglalap: lekerekített 31">
            <a:extLst>
              <a:ext uri="{FF2B5EF4-FFF2-40B4-BE49-F238E27FC236}">
                <a16:creationId xmlns:a16="http://schemas.microsoft.com/office/drawing/2014/main" id="{86CE1AF8-CE62-9460-1DCA-D2646B208346}"/>
              </a:ext>
            </a:extLst>
          </p:cNvPr>
          <p:cNvSpPr/>
          <p:nvPr/>
        </p:nvSpPr>
        <p:spPr>
          <a:xfrm>
            <a:off x="2824120" y="2522901"/>
            <a:ext cx="603250" cy="814916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6" name="Téglalap: lekerekített 35">
            <a:extLst>
              <a:ext uri="{FF2B5EF4-FFF2-40B4-BE49-F238E27FC236}">
                <a16:creationId xmlns:a16="http://schemas.microsoft.com/office/drawing/2014/main" id="{29C26B3F-28B4-4A46-39BC-D0999E6763DF}"/>
              </a:ext>
            </a:extLst>
          </p:cNvPr>
          <p:cNvSpPr/>
          <p:nvPr/>
        </p:nvSpPr>
        <p:spPr>
          <a:xfrm>
            <a:off x="-1527255" y="0"/>
            <a:ext cx="4275666" cy="6858000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Téglalap: lekerekített 39">
            <a:extLst>
              <a:ext uri="{FF2B5EF4-FFF2-40B4-BE49-F238E27FC236}">
                <a16:creationId xmlns:a16="http://schemas.microsoft.com/office/drawing/2014/main" id="{6888C0B1-2D53-E47E-C7C5-229A4E436261}"/>
              </a:ext>
            </a:extLst>
          </p:cNvPr>
          <p:cNvSpPr/>
          <p:nvPr/>
        </p:nvSpPr>
        <p:spPr>
          <a:xfrm>
            <a:off x="2521273" y="3086260"/>
            <a:ext cx="603250" cy="814916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4" name="Téglalap: lekerekített 43">
            <a:extLst>
              <a:ext uri="{FF2B5EF4-FFF2-40B4-BE49-F238E27FC236}">
                <a16:creationId xmlns:a16="http://schemas.microsoft.com/office/drawing/2014/main" id="{779F4AAE-BC71-75A6-2939-045F09DC8AF7}"/>
              </a:ext>
            </a:extLst>
          </p:cNvPr>
          <p:cNvSpPr/>
          <p:nvPr/>
        </p:nvSpPr>
        <p:spPr>
          <a:xfrm>
            <a:off x="-1751947" y="0"/>
            <a:ext cx="4275666" cy="6858000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6" name="Téglalap: lekerekített 45">
            <a:extLst>
              <a:ext uri="{FF2B5EF4-FFF2-40B4-BE49-F238E27FC236}">
                <a16:creationId xmlns:a16="http://schemas.microsoft.com/office/drawing/2014/main" id="{53FF266F-770D-ABAD-B28D-B910F4DEAFCB}"/>
              </a:ext>
            </a:extLst>
          </p:cNvPr>
          <p:cNvSpPr/>
          <p:nvPr/>
        </p:nvSpPr>
        <p:spPr>
          <a:xfrm>
            <a:off x="2222498" y="3713932"/>
            <a:ext cx="603250" cy="814916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8" name="Téglalap: lekerekített 47">
            <a:extLst>
              <a:ext uri="{FF2B5EF4-FFF2-40B4-BE49-F238E27FC236}">
                <a16:creationId xmlns:a16="http://schemas.microsoft.com/office/drawing/2014/main" id="{0E090C8F-FE65-BB28-169A-B1F5971484F7}"/>
              </a:ext>
            </a:extLst>
          </p:cNvPr>
          <p:cNvSpPr/>
          <p:nvPr/>
        </p:nvSpPr>
        <p:spPr>
          <a:xfrm>
            <a:off x="-2058864" y="-1"/>
            <a:ext cx="4275666" cy="6858000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0" name="Téglalap: lekerekített 49">
            <a:extLst>
              <a:ext uri="{FF2B5EF4-FFF2-40B4-BE49-F238E27FC236}">
                <a16:creationId xmlns:a16="http://schemas.microsoft.com/office/drawing/2014/main" id="{B22F8B6C-38AD-AFB0-B8E6-8528CBC06EFF}"/>
              </a:ext>
            </a:extLst>
          </p:cNvPr>
          <p:cNvSpPr/>
          <p:nvPr/>
        </p:nvSpPr>
        <p:spPr>
          <a:xfrm>
            <a:off x="2021414" y="4306598"/>
            <a:ext cx="603250" cy="814916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2" name="Téglalap: lekerekített 51">
            <a:extLst>
              <a:ext uri="{FF2B5EF4-FFF2-40B4-BE49-F238E27FC236}">
                <a16:creationId xmlns:a16="http://schemas.microsoft.com/office/drawing/2014/main" id="{8B6AD606-B69C-FA8A-ABB8-2C9494E23C12}"/>
              </a:ext>
            </a:extLst>
          </p:cNvPr>
          <p:cNvSpPr/>
          <p:nvPr/>
        </p:nvSpPr>
        <p:spPr>
          <a:xfrm>
            <a:off x="-2355197" y="-2"/>
            <a:ext cx="4275666" cy="6858000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4" name="Téglalap: lekerekített 53">
            <a:extLst>
              <a:ext uri="{FF2B5EF4-FFF2-40B4-BE49-F238E27FC236}">
                <a16:creationId xmlns:a16="http://schemas.microsoft.com/office/drawing/2014/main" id="{4B37AAF9-EF22-BAD6-063C-E9802A8F9A7F}"/>
              </a:ext>
            </a:extLst>
          </p:cNvPr>
          <p:cNvSpPr/>
          <p:nvPr/>
        </p:nvSpPr>
        <p:spPr>
          <a:xfrm>
            <a:off x="1725080" y="4856931"/>
            <a:ext cx="603250" cy="814916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6" name="Téglalap: lekerekített 55">
            <a:extLst>
              <a:ext uri="{FF2B5EF4-FFF2-40B4-BE49-F238E27FC236}">
                <a16:creationId xmlns:a16="http://schemas.microsoft.com/office/drawing/2014/main" id="{BC029B62-4FC0-3C2E-A849-C9832B243D06}"/>
              </a:ext>
            </a:extLst>
          </p:cNvPr>
          <p:cNvSpPr/>
          <p:nvPr/>
        </p:nvSpPr>
        <p:spPr>
          <a:xfrm>
            <a:off x="-2662113" y="-3"/>
            <a:ext cx="4275666" cy="6858000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8" name="Téglalap: lekerekített 57">
            <a:extLst>
              <a:ext uri="{FF2B5EF4-FFF2-40B4-BE49-F238E27FC236}">
                <a16:creationId xmlns:a16="http://schemas.microsoft.com/office/drawing/2014/main" id="{FF7AB065-EC14-1D23-F160-3964A02E1EC8}"/>
              </a:ext>
            </a:extLst>
          </p:cNvPr>
          <p:cNvSpPr/>
          <p:nvPr/>
        </p:nvSpPr>
        <p:spPr>
          <a:xfrm>
            <a:off x="1428746" y="5396681"/>
            <a:ext cx="603250" cy="814916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0" name="Cím 1">
            <a:extLst>
              <a:ext uri="{FF2B5EF4-FFF2-40B4-BE49-F238E27FC236}">
                <a16:creationId xmlns:a16="http://schemas.microsoft.com/office/drawing/2014/main" id="{A0936406-3745-AB29-933D-A772BC62F6A3}"/>
              </a:ext>
            </a:extLst>
          </p:cNvPr>
          <p:cNvSpPr txBox="1">
            <a:spLocks/>
          </p:cNvSpPr>
          <p:nvPr/>
        </p:nvSpPr>
        <p:spPr>
          <a:xfrm>
            <a:off x="5230785" y="488951"/>
            <a:ext cx="5786068" cy="131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6600" err="1">
                <a:solidFill>
                  <a:srgbClr val="E7D7C1"/>
                </a:solidFill>
                <a:latin typeface="HGGothicE"/>
                <a:ea typeface="HGGothicE"/>
              </a:rPr>
              <a:t>Our</a:t>
            </a:r>
            <a:r>
              <a:rPr lang="hu-HU" sz="6600">
                <a:solidFill>
                  <a:srgbClr val="E7D7C1"/>
                </a:solidFill>
                <a:latin typeface="HGGothicE"/>
                <a:ea typeface="HGGothicE"/>
              </a:rPr>
              <a:t> project</a:t>
            </a:r>
          </a:p>
        </p:txBody>
      </p:sp>
      <p:sp>
        <p:nvSpPr>
          <p:cNvPr id="62" name="Téglalap: lekerekített 61">
            <a:extLst>
              <a:ext uri="{FF2B5EF4-FFF2-40B4-BE49-F238E27FC236}">
                <a16:creationId xmlns:a16="http://schemas.microsoft.com/office/drawing/2014/main" id="{4E719ED6-89C5-9219-0084-CCB57D6D009E}"/>
              </a:ext>
            </a:extLst>
          </p:cNvPr>
          <p:cNvSpPr/>
          <p:nvPr/>
        </p:nvSpPr>
        <p:spPr>
          <a:xfrm>
            <a:off x="3936187" y="2000249"/>
            <a:ext cx="7482417" cy="4466166"/>
          </a:xfrm>
          <a:prstGeom prst="roundRect">
            <a:avLst/>
          </a:prstGeom>
          <a:solidFill>
            <a:srgbClr val="E7D7C1"/>
          </a:solidFill>
          <a:ln>
            <a:solidFill>
              <a:srgbClr val="E7D7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4" name="Cím 1">
            <a:extLst>
              <a:ext uri="{FF2B5EF4-FFF2-40B4-BE49-F238E27FC236}">
                <a16:creationId xmlns:a16="http://schemas.microsoft.com/office/drawing/2014/main" id="{0FC96E17-E111-DA8B-A729-C973FCC1EDF1}"/>
              </a:ext>
            </a:extLst>
          </p:cNvPr>
          <p:cNvSpPr txBox="1">
            <a:spLocks/>
          </p:cNvSpPr>
          <p:nvPr/>
        </p:nvSpPr>
        <p:spPr>
          <a:xfrm>
            <a:off x="4045450" y="2266950"/>
            <a:ext cx="7479402" cy="41971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2800" b="0" err="1">
                <a:solidFill>
                  <a:srgbClr val="8C1C13"/>
                </a:solidFill>
                <a:latin typeface="HGGothicE"/>
                <a:ea typeface="HGGothicE"/>
                <a:cs typeface="+mj-lt"/>
              </a:rPr>
              <a:t>Ticket</a:t>
            </a:r>
            <a:r>
              <a:rPr lang="hu-HU" sz="2800" b="0">
                <a:solidFill>
                  <a:srgbClr val="8C1C13"/>
                </a:solidFill>
                <a:latin typeface="HGGothicE"/>
                <a:ea typeface="HGGothicE"/>
                <a:cs typeface="+mj-lt"/>
              </a:rPr>
              <a:t> </a:t>
            </a:r>
            <a:r>
              <a:rPr lang="hu-HU" sz="2800" b="0" err="1">
                <a:solidFill>
                  <a:srgbClr val="8C1C13"/>
                </a:solidFill>
                <a:latin typeface="HGGothicE"/>
                <a:ea typeface="HGGothicE"/>
                <a:cs typeface="+mj-lt"/>
              </a:rPr>
              <a:t>purchase</a:t>
            </a:r>
            <a:r>
              <a:rPr lang="hu-HU" sz="2800" b="0">
                <a:solidFill>
                  <a:srgbClr val="8C1C13"/>
                </a:solidFill>
                <a:latin typeface="HGGothicE"/>
                <a:ea typeface="HGGothicE"/>
                <a:cs typeface="+mj-lt"/>
              </a:rPr>
              <a:t> </a:t>
            </a:r>
            <a:r>
              <a:rPr lang="hu-HU" sz="2800" b="0" err="1">
                <a:solidFill>
                  <a:srgbClr val="8C1C13"/>
                </a:solidFill>
                <a:latin typeface="HGGothicE"/>
                <a:ea typeface="HGGothicE"/>
                <a:cs typeface="+mj-lt"/>
              </a:rPr>
              <a:t>for</a:t>
            </a:r>
            <a:r>
              <a:rPr lang="hu-HU" sz="2800" b="0">
                <a:solidFill>
                  <a:srgbClr val="8C1C13"/>
                </a:solidFill>
                <a:latin typeface="HGGothicE"/>
                <a:ea typeface="HGGothicE"/>
                <a:cs typeface="+mj-lt"/>
              </a:rPr>
              <a:t> </a:t>
            </a:r>
            <a:r>
              <a:rPr lang="hu-HU" sz="2800" b="0" err="1">
                <a:solidFill>
                  <a:srgbClr val="8C1C13"/>
                </a:solidFill>
                <a:latin typeface="HGGothicE"/>
                <a:ea typeface="HGGothicE"/>
                <a:cs typeface="+mj-lt"/>
              </a:rPr>
              <a:t>Cinema</a:t>
            </a:r>
            <a:r>
              <a:rPr lang="hu-HU" sz="2800" b="0">
                <a:solidFill>
                  <a:srgbClr val="8C1C13"/>
                </a:solidFill>
                <a:latin typeface="HGGothicE"/>
                <a:ea typeface="HGGothicE"/>
                <a:cs typeface="+mj-lt"/>
              </a:rPr>
              <a:t>/</a:t>
            </a:r>
            <a:r>
              <a:rPr lang="hu-HU" sz="2800" b="0" err="1">
                <a:solidFill>
                  <a:srgbClr val="8C1C13"/>
                </a:solidFill>
                <a:latin typeface="HGGothicE"/>
                <a:ea typeface="HGGothicE"/>
                <a:cs typeface="+mj-lt"/>
              </a:rPr>
              <a:t>Theater</a:t>
            </a:r>
            <a:r>
              <a:rPr lang="hu-HU" sz="2800" b="0">
                <a:solidFill>
                  <a:srgbClr val="8C1C13"/>
                </a:solidFill>
                <a:latin typeface="HGGothicE"/>
                <a:ea typeface="HGGothicE"/>
                <a:cs typeface="+mj-lt"/>
              </a:rPr>
              <a:t> </a:t>
            </a:r>
            <a:endParaRPr lang="hu-HU">
              <a:solidFill>
                <a:srgbClr val="8C1C13"/>
              </a:solidFill>
              <a:latin typeface="HGGothicE"/>
              <a:ea typeface="HGGothicE"/>
            </a:endParaRPr>
          </a:p>
          <a:p>
            <a:pPr algn="ctr"/>
            <a:endParaRPr lang="hu-HU">
              <a:solidFill>
                <a:srgbClr val="8C1C13"/>
              </a:solidFill>
              <a:latin typeface="HGGothicE"/>
              <a:ea typeface="HGGothicE"/>
            </a:endParaRPr>
          </a:p>
          <a:p>
            <a:pPr algn="ctr"/>
            <a:r>
              <a:rPr lang="hu-HU" sz="2800" b="0" err="1">
                <a:solidFill>
                  <a:srgbClr val="8C1C13"/>
                </a:solidFill>
                <a:latin typeface="HGGothicE"/>
                <a:ea typeface="HGGothicE"/>
                <a:cs typeface="+mj-lt"/>
              </a:rPr>
              <a:t>Seats</a:t>
            </a:r>
            <a:r>
              <a:rPr lang="hu-HU" sz="2800" b="0">
                <a:solidFill>
                  <a:srgbClr val="8C1C13"/>
                </a:solidFill>
                <a:latin typeface="HGGothicE"/>
                <a:ea typeface="HGGothicE"/>
                <a:cs typeface="+mj-lt"/>
              </a:rPr>
              <a:t> – </a:t>
            </a:r>
            <a:r>
              <a:rPr lang="hu-HU" sz="2800" b="0" err="1">
                <a:solidFill>
                  <a:srgbClr val="8C1C13"/>
                </a:solidFill>
                <a:latin typeface="HGGothicE"/>
                <a:ea typeface="HGGothicE"/>
                <a:cs typeface="+mj-lt"/>
              </a:rPr>
              <a:t>You</a:t>
            </a:r>
            <a:r>
              <a:rPr lang="hu-HU" sz="2800" b="0">
                <a:solidFill>
                  <a:srgbClr val="8C1C13"/>
                </a:solidFill>
                <a:latin typeface="HGGothicE"/>
                <a:ea typeface="HGGothicE"/>
                <a:cs typeface="+mj-lt"/>
              </a:rPr>
              <a:t> </a:t>
            </a:r>
            <a:r>
              <a:rPr lang="hu-HU" sz="2800" b="0" err="1">
                <a:solidFill>
                  <a:srgbClr val="8C1C13"/>
                </a:solidFill>
                <a:latin typeface="HGGothicE"/>
                <a:ea typeface="HGGothicE"/>
                <a:cs typeface="+mj-lt"/>
              </a:rPr>
              <a:t>can</a:t>
            </a:r>
            <a:r>
              <a:rPr lang="hu-HU" sz="2800" b="0">
                <a:solidFill>
                  <a:srgbClr val="8C1C13"/>
                </a:solidFill>
                <a:latin typeface="HGGothicE"/>
                <a:ea typeface="HGGothicE"/>
                <a:cs typeface="+mj-lt"/>
              </a:rPr>
              <a:t> </a:t>
            </a:r>
            <a:r>
              <a:rPr lang="hu-HU" sz="2800" b="0" err="1">
                <a:solidFill>
                  <a:srgbClr val="8C1C13"/>
                </a:solidFill>
                <a:latin typeface="HGGothicE"/>
                <a:ea typeface="HGGothicE"/>
                <a:cs typeface="+mj-lt"/>
              </a:rPr>
              <a:t>choose</a:t>
            </a:r>
            <a:r>
              <a:rPr lang="hu-HU" sz="2800" b="0">
                <a:solidFill>
                  <a:srgbClr val="8C1C13"/>
                </a:solidFill>
                <a:latin typeface="HGGothicE"/>
                <a:ea typeface="HGGothicE"/>
                <a:cs typeface="+mj-lt"/>
              </a:rPr>
              <a:t> </a:t>
            </a:r>
            <a:r>
              <a:rPr lang="hu-HU" sz="2800" b="0" err="1">
                <a:solidFill>
                  <a:srgbClr val="8C1C13"/>
                </a:solidFill>
                <a:latin typeface="HGGothicE"/>
                <a:ea typeface="HGGothicE"/>
                <a:cs typeface="+mj-lt"/>
              </a:rPr>
              <a:t>from</a:t>
            </a:r>
            <a:r>
              <a:rPr lang="hu-HU" sz="2800" b="0">
                <a:solidFill>
                  <a:srgbClr val="8C1C13"/>
                </a:solidFill>
                <a:latin typeface="HGGothicE"/>
                <a:ea typeface="HGGothicE"/>
                <a:cs typeface="+mj-lt"/>
              </a:rPr>
              <a:t> </a:t>
            </a:r>
            <a:r>
              <a:rPr lang="hu-HU" sz="2800" b="0" err="1">
                <a:solidFill>
                  <a:srgbClr val="8C1C13"/>
                </a:solidFill>
                <a:latin typeface="HGGothicE"/>
                <a:ea typeface="HGGothicE"/>
                <a:cs typeface="+mj-lt"/>
              </a:rPr>
              <a:t>the</a:t>
            </a:r>
            <a:r>
              <a:rPr lang="hu-HU" sz="2800" b="0">
                <a:solidFill>
                  <a:srgbClr val="8C1C13"/>
                </a:solidFill>
                <a:latin typeface="HGGothicE"/>
                <a:ea typeface="HGGothicE"/>
                <a:cs typeface="+mj-lt"/>
              </a:rPr>
              <a:t> </a:t>
            </a:r>
            <a:r>
              <a:rPr lang="hu-HU" sz="2800" b="0" err="1">
                <a:solidFill>
                  <a:srgbClr val="8C1C13"/>
                </a:solidFill>
                <a:latin typeface="HGGothicE"/>
                <a:ea typeface="HGGothicE"/>
                <a:cs typeface="+mj-lt"/>
              </a:rPr>
              <a:t>seatmap</a:t>
            </a:r>
            <a:r>
              <a:rPr lang="hu-HU" sz="2800" b="0">
                <a:solidFill>
                  <a:srgbClr val="8C1C13"/>
                </a:solidFill>
                <a:latin typeface="HGGothicE"/>
                <a:ea typeface="HGGothicE"/>
                <a:cs typeface="+mj-lt"/>
              </a:rPr>
              <a:t> </a:t>
            </a:r>
            <a:endParaRPr lang="hu-HU">
              <a:solidFill>
                <a:srgbClr val="8C1C13"/>
              </a:solidFill>
              <a:latin typeface="HGGothicE"/>
              <a:ea typeface="HGGothicE"/>
            </a:endParaRPr>
          </a:p>
          <a:p>
            <a:pPr algn="ctr"/>
            <a:endParaRPr lang="hu-HU">
              <a:solidFill>
                <a:srgbClr val="8C1C13"/>
              </a:solidFill>
              <a:latin typeface="HGGothicE"/>
              <a:ea typeface="HGGothicE"/>
            </a:endParaRPr>
          </a:p>
          <a:p>
            <a:pPr algn="ctr"/>
            <a:r>
              <a:rPr lang="hu-HU" sz="2800" b="0" err="1">
                <a:solidFill>
                  <a:srgbClr val="8C1C13"/>
                </a:solidFill>
                <a:latin typeface="HGGothicE"/>
                <a:ea typeface="HGGothicE"/>
                <a:cs typeface="+mj-lt"/>
              </a:rPr>
              <a:t>Weekly</a:t>
            </a:r>
            <a:r>
              <a:rPr lang="hu-HU" sz="2800" b="0">
                <a:solidFill>
                  <a:srgbClr val="8C1C13"/>
                </a:solidFill>
                <a:latin typeface="HGGothicE"/>
                <a:ea typeface="HGGothicE"/>
                <a:cs typeface="+mj-lt"/>
              </a:rPr>
              <a:t> </a:t>
            </a:r>
            <a:r>
              <a:rPr lang="hu-HU" sz="2800" b="0" err="1">
                <a:solidFill>
                  <a:srgbClr val="8C1C13"/>
                </a:solidFill>
                <a:latin typeface="HGGothicE"/>
                <a:ea typeface="HGGothicE"/>
                <a:cs typeface="+mj-lt"/>
              </a:rPr>
              <a:t>recommendations</a:t>
            </a:r>
            <a:r>
              <a:rPr lang="hu-HU" sz="2800" b="0">
                <a:solidFill>
                  <a:srgbClr val="8C1C13"/>
                </a:solidFill>
                <a:latin typeface="HGGothicE"/>
                <a:ea typeface="HGGothicE"/>
                <a:cs typeface="+mj-lt"/>
              </a:rPr>
              <a:t> </a:t>
            </a:r>
            <a:endParaRPr lang="hu-HU">
              <a:solidFill>
                <a:srgbClr val="8C1C13"/>
              </a:solidFill>
              <a:latin typeface="HGGothicE"/>
              <a:ea typeface="HGGothicE"/>
            </a:endParaRPr>
          </a:p>
          <a:p>
            <a:pPr algn="ctr"/>
            <a:endParaRPr lang="hu-HU">
              <a:solidFill>
                <a:srgbClr val="8C1C13"/>
              </a:solidFill>
              <a:latin typeface="HGGothicE"/>
              <a:ea typeface="HGGothicE"/>
            </a:endParaRPr>
          </a:p>
          <a:p>
            <a:pPr algn="ctr"/>
            <a:r>
              <a:rPr lang="hu-HU" sz="2800" b="0" err="1">
                <a:solidFill>
                  <a:srgbClr val="8C1C13"/>
                </a:solidFill>
                <a:latin typeface="HGGothicE"/>
                <a:ea typeface="HGGothicE"/>
                <a:cs typeface="+mj-lt"/>
              </a:rPr>
              <a:t>register</a:t>
            </a:r>
            <a:r>
              <a:rPr lang="hu-HU" sz="2800" b="0">
                <a:solidFill>
                  <a:srgbClr val="8C1C13"/>
                </a:solidFill>
                <a:latin typeface="HGGothicE"/>
                <a:ea typeface="HGGothicE"/>
                <a:cs typeface="+mj-lt"/>
              </a:rPr>
              <a:t>/ login </a:t>
            </a:r>
            <a:endParaRPr lang="hu-HU">
              <a:solidFill>
                <a:srgbClr val="8C1C13"/>
              </a:solidFill>
              <a:latin typeface="HGGothicE"/>
              <a:ea typeface="HGGothicE"/>
            </a:endParaRPr>
          </a:p>
          <a:p>
            <a:pPr algn="ctr"/>
            <a:endParaRPr lang="hu-HU">
              <a:solidFill>
                <a:srgbClr val="8C1C13"/>
              </a:solidFill>
              <a:latin typeface="HGGothicE"/>
              <a:ea typeface="HGGothicE"/>
            </a:endParaRPr>
          </a:p>
          <a:p>
            <a:pPr algn="ctr"/>
            <a:r>
              <a:rPr lang="hu-HU" sz="2800" b="0" err="1">
                <a:solidFill>
                  <a:srgbClr val="8C1C13"/>
                </a:solidFill>
                <a:latin typeface="HGGothicE"/>
                <a:ea typeface="HGGothicE"/>
                <a:cs typeface="+mj-lt"/>
              </a:rPr>
              <a:t>Responsive</a:t>
            </a:r>
            <a:r>
              <a:rPr lang="hu-HU" sz="2800" b="0">
                <a:solidFill>
                  <a:srgbClr val="8C1C13"/>
                </a:solidFill>
                <a:latin typeface="HGGothicE"/>
                <a:ea typeface="HGGothicE"/>
                <a:cs typeface="+mj-lt"/>
              </a:rPr>
              <a:t>, </a:t>
            </a:r>
            <a:r>
              <a:rPr lang="hu-HU" sz="2800" b="0" err="1">
                <a:solidFill>
                  <a:srgbClr val="8C1C13"/>
                </a:solidFill>
                <a:latin typeface="HGGothicE"/>
                <a:ea typeface="HGGothicE"/>
                <a:cs typeface="+mj-lt"/>
              </a:rPr>
              <a:t>clean</a:t>
            </a:r>
            <a:r>
              <a:rPr lang="hu-HU" sz="2800" b="0">
                <a:solidFill>
                  <a:srgbClr val="8C1C13"/>
                </a:solidFill>
                <a:latin typeface="HGGothicE"/>
                <a:ea typeface="HGGothicE"/>
                <a:cs typeface="+mj-lt"/>
              </a:rPr>
              <a:t> UI</a:t>
            </a:r>
            <a:endParaRPr lang="hu-HU">
              <a:solidFill>
                <a:srgbClr val="8C1C13"/>
              </a:solidFill>
              <a:latin typeface="HGGothicE"/>
              <a:ea typeface="HGGothicE"/>
            </a:endParaRPr>
          </a:p>
        </p:txBody>
      </p:sp>
    </p:spTree>
    <p:extLst>
      <p:ext uri="{BB962C8B-B14F-4D97-AF65-F5344CB8AC3E}">
        <p14:creationId xmlns:p14="http://schemas.microsoft.com/office/powerpoint/2010/main" val="2835867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églalap: lekerekített 44">
            <a:extLst>
              <a:ext uri="{FF2B5EF4-FFF2-40B4-BE49-F238E27FC236}">
                <a16:creationId xmlns:a16="http://schemas.microsoft.com/office/drawing/2014/main" id="{183C92A0-475E-F906-8FBC-8EE07CB779BE}"/>
              </a:ext>
            </a:extLst>
          </p:cNvPr>
          <p:cNvSpPr/>
          <p:nvPr/>
        </p:nvSpPr>
        <p:spPr>
          <a:xfrm>
            <a:off x="11451981" y="485204"/>
            <a:ext cx="603250" cy="814916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Téglalap: lekerekített 42">
            <a:extLst>
              <a:ext uri="{FF2B5EF4-FFF2-40B4-BE49-F238E27FC236}">
                <a16:creationId xmlns:a16="http://schemas.microsoft.com/office/drawing/2014/main" id="{999F3D6D-268A-7450-64AB-E4132DB20981}"/>
              </a:ext>
            </a:extLst>
          </p:cNvPr>
          <p:cNvSpPr/>
          <p:nvPr/>
        </p:nvSpPr>
        <p:spPr>
          <a:xfrm>
            <a:off x="-335410" y="0"/>
            <a:ext cx="12276666" cy="6858000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CA8DC180-4C68-F927-B328-6143C61369E1}"/>
              </a:ext>
            </a:extLst>
          </p:cNvPr>
          <p:cNvSpPr/>
          <p:nvPr/>
        </p:nvSpPr>
        <p:spPr>
          <a:xfrm>
            <a:off x="11324980" y="1056704"/>
            <a:ext cx="603250" cy="814916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BACA56FA-E6E7-4FD9-C1A4-1F55A1C473DF}"/>
              </a:ext>
            </a:extLst>
          </p:cNvPr>
          <p:cNvSpPr/>
          <p:nvPr/>
        </p:nvSpPr>
        <p:spPr>
          <a:xfrm>
            <a:off x="-212482" y="-1"/>
            <a:ext cx="11959166" cy="6858000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7" name="Téglalap: lekerekített 46">
            <a:extLst>
              <a:ext uri="{FF2B5EF4-FFF2-40B4-BE49-F238E27FC236}">
                <a16:creationId xmlns:a16="http://schemas.microsoft.com/office/drawing/2014/main" id="{94C89147-544F-9FF3-D408-C104853F5713}"/>
              </a:ext>
            </a:extLst>
          </p:cNvPr>
          <p:cNvSpPr/>
          <p:nvPr/>
        </p:nvSpPr>
        <p:spPr>
          <a:xfrm>
            <a:off x="-945173" y="0"/>
            <a:ext cx="12467165" cy="6858000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9" name="Téglalap: lekerekített 48">
            <a:extLst>
              <a:ext uri="{FF2B5EF4-FFF2-40B4-BE49-F238E27FC236}">
                <a16:creationId xmlns:a16="http://schemas.microsoft.com/office/drawing/2014/main" id="{730D00F3-840D-65AD-1260-61F2BAD24336}"/>
              </a:ext>
            </a:extLst>
          </p:cNvPr>
          <p:cNvSpPr/>
          <p:nvPr/>
        </p:nvSpPr>
        <p:spPr>
          <a:xfrm>
            <a:off x="11142621" y="1716126"/>
            <a:ext cx="603250" cy="814916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2" name="Téglalap 89">
            <a:extLst>
              <a:ext uri="{FF2B5EF4-FFF2-40B4-BE49-F238E27FC236}">
                <a16:creationId xmlns:a16="http://schemas.microsoft.com/office/drawing/2014/main" id="{ACD502E2-A70F-1FD8-DBEA-C681C463AE02}"/>
              </a:ext>
            </a:extLst>
          </p:cNvPr>
          <p:cNvSpPr/>
          <p:nvPr/>
        </p:nvSpPr>
        <p:spPr>
          <a:xfrm>
            <a:off x="1735448" y="311952"/>
            <a:ext cx="9447008" cy="1400809"/>
          </a:xfrm>
          <a:prstGeom prst="roundRect">
            <a:avLst/>
          </a:prstGeom>
          <a:solidFill>
            <a:srgbClr val="8C1C13"/>
          </a:solidFill>
          <a:ln>
            <a:solidFill>
              <a:srgbClr val="8C1C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0" name="Téglalap 89">
            <a:extLst>
              <a:ext uri="{FF2B5EF4-FFF2-40B4-BE49-F238E27FC236}">
                <a16:creationId xmlns:a16="http://schemas.microsoft.com/office/drawing/2014/main" id="{85CD39F9-CD43-79AD-2064-51FF798F816A}"/>
              </a:ext>
            </a:extLst>
          </p:cNvPr>
          <p:cNvSpPr/>
          <p:nvPr/>
        </p:nvSpPr>
        <p:spPr>
          <a:xfrm>
            <a:off x="2004264" y="2541291"/>
            <a:ext cx="9311867" cy="4057225"/>
          </a:xfrm>
          <a:prstGeom prst="roundRect">
            <a:avLst/>
          </a:prstGeom>
          <a:solidFill>
            <a:srgbClr val="8C1C13"/>
          </a:solidFill>
          <a:ln>
            <a:solidFill>
              <a:srgbClr val="8C1C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hu-HU"/>
              <a:t>    </a:t>
            </a:r>
          </a:p>
        </p:txBody>
      </p:sp>
      <p:sp>
        <p:nvSpPr>
          <p:cNvPr id="51" name="Téglalap: lekerekített 50">
            <a:extLst>
              <a:ext uri="{FF2B5EF4-FFF2-40B4-BE49-F238E27FC236}">
                <a16:creationId xmlns:a16="http://schemas.microsoft.com/office/drawing/2014/main" id="{6173A904-39A2-4A41-AFBA-C6AAF5FE1796}"/>
              </a:ext>
            </a:extLst>
          </p:cNvPr>
          <p:cNvSpPr/>
          <p:nvPr/>
        </p:nvSpPr>
        <p:spPr>
          <a:xfrm>
            <a:off x="-941102" y="0"/>
            <a:ext cx="4275666" cy="6858000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3" name="Téglalap: lekerekített 52">
            <a:extLst>
              <a:ext uri="{FF2B5EF4-FFF2-40B4-BE49-F238E27FC236}">
                <a16:creationId xmlns:a16="http://schemas.microsoft.com/office/drawing/2014/main" id="{BC2EE8F6-C2F7-596C-936D-0364869109EF}"/>
              </a:ext>
            </a:extLst>
          </p:cNvPr>
          <p:cNvSpPr/>
          <p:nvPr/>
        </p:nvSpPr>
        <p:spPr>
          <a:xfrm>
            <a:off x="3126967" y="1447472"/>
            <a:ext cx="603250" cy="814916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5" name="Téglalap: lekerekített 54">
            <a:extLst>
              <a:ext uri="{FF2B5EF4-FFF2-40B4-BE49-F238E27FC236}">
                <a16:creationId xmlns:a16="http://schemas.microsoft.com/office/drawing/2014/main" id="{AFAF2FE3-5CAF-7F0E-13AB-C9D36BF4B868}"/>
              </a:ext>
            </a:extLst>
          </p:cNvPr>
          <p:cNvSpPr/>
          <p:nvPr/>
        </p:nvSpPr>
        <p:spPr>
          <a:xfrm>
            <a:off x="-1243948" y="0"/>
            <a:ext cx="4275666" cy="6858000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7" name="Téglalap: lekerekített 56">
            <a:extLst>
              <a:ext uri="{FF2B5EF4-FFF2-40B4-BE49-F238E27FC236}">
                <a16:creationId xmlns:a16="http://schemas.microsoft.com/office/drawing/2014/main" id="{FE1E3FBD-7965-D1F8-0551-6832A2C0B685}"/>
              </a:ext>
            </a:extLst>
          </p:cNvPr>
          <p:cNvSpPr/>
          <p:nvPr/>
        </p:nvSpPr>
        <p:spPr>
          <a:xfrm>
            <a:off x="2824120" y="2004318"/>
            <a:ext cx="603250" cy="814916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9" name="Téglalap: lekerekített 58">
            <a:extLst>
              <a:ext uri="{FF2B5EF4-FFF2-40B4-BE49-F238E27FC236}">
                <a16:creationId xmlns:a16="http://schemas.microsoft.com/office/drawing/2014/main" id="{151C6DC2-2934-EF89-662C-C5437ED62A6C}"/>
              </a:ext>
            </a:extLst>
          </p:cNvPr>
          <p:cNvSpPr/>
          <p:nvPr/>
        </p:nvSpPr>
        <p:spPr>
          <a:xfrm>
            <a:off x="-1527255" y="0"/>
            <a:ext cx="4275666" cy="6858000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1" name="Téglalap: lekerekített 60">
            <a:extLst>
              <a:ext uri="{FF2B5EF4-FFF2-40B4-BE49-F238E27FC236}">
                <a16:creationId xmlns:a16="http://schemas.microsoft.com/office/drawing/2014/main" id="{A829D73C-3BE3-D9C2-1E91-C686F4BAD472}"/>
              </a:ext>
            </a:extLst>
          </p:cNvPr>
          <p:cNvSpPr/>
          <p:nvPr/>
        </p:nvSpPr>
        <p:spPr>
          <a:xfrm>
            <a:off x="2521273" y="2610010"/>
            <a:ext cx="603250" cy="814916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3" name="Téglalap: lekerekített 62">
            <a:extLst>
              <a:ext uri="{FF2B5EF4-FFF2-40B4-BE49-F238E27FC236}">
                <a16:creationId xmlns:a16="http://schemas.microsoft.com/office/drawing/2014/main" id="{46EF79E7-1F0A-E17B-DF35-D69F771A7712}"/>
              </a:ext>
            </a:extLst>
          </p:cNvPr>
          <p:cNvSpPr/>
          <p:nvPr/>
        </p:nvSpPr>
        <p:spPr>
          <a:xfrm>
            <a:off x="-1751947" y="0"/>
            <a:ext cx="4275666" cy="6858000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5" name="Téglalap: lekerekített 64">
            <a:extLst>
              <a:ext uri="{FF2B5EF4-FFF2-40B4-BE49-F238E27FC236}">
                <a16:creationId xmlns:a16="http://schemas.microsoft.com/office/drawing/2014/main" id="{21941954-094F-A291-5A58-67FCFC68A02D}"/>
              </a:ext>
            </a:extLst>
          </p:cNvPr>
          <p:cNvSpPr/>
          <p:nvPr/>
        </p:nvSpPr>
        <p:spPr>
          <a:xfrm>
            <a:off x="2296581" y="3332932"/>
            <a:ext cx="603250" cy="814916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7" name="Téglalap: lekerekített 66">
            <a:extLst>
              <a:ext uri="{FF2B5EF4-FFF2-40B4-BE49-F238E27FC236}">
                <a16:creationId xmlns:a16="http://schemas.microsoft.com/office/drawing/2014/main" id="{53D93E10-9229-3F7C-191E-948A32F08150}"/>
              </a:ext>
            </a:extLst>
          </p:cNvPr>
          <p:cNvSpPr/>
          <p:nvPr/>
        </p:nvSpPr>
        <p:spPr>
          <a:xfrm>
            <a:off x="-2058864" y="-1"/>
            <a:ext cx="4275666" cy="6858000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9" name="Téglalap: lekerekített 68">
            <a:extLst>
              <a:ext uri="{FF2B5EF4-FFF2-40B4-BE49-F238E27FC236}">
                <a16:creationId xmlns:a16="http://schemas.microsoft.com/office/drawing/2014/main" id="{FAADE952-C42B-DEDA-E62A-2764F585DDED}"/>
              </a:ext>
            </a:extLst>
          </p:cNvPr>
          <p:cNvSpPr/>
          <p:nvPr/>
        </p:nvSpPr>
        <p:spPr>
          <a:xfrm>
            <a:off x="2000247" y="3957348"/>
            <a:ext cx="603250" cy="814916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1" name="Téglalap: lekerekített 70">
            <a:extLst>
              <a:ext uri="{FF2B5EF4-FFF2-40B4-BE49-F238E27FC236}">
                <a16:creationId xmlns:a16="http://schemas.microsoft.com/office/drawing/2014/main" id="{045AB78D-46DB-CF54-2CF8-5101E255A52D}"/>
              </a:ext>
            </a:extLst>
          </p:cNvPr>
          <p:cNvSpPr/>
          <p:nvPr/>
        </p:nvSpPr>
        <p:spPr>
          <a:xfrm>
            <a:off x="-2355197" y="-2"/>
            <a:ext cx="4275666" cy="6858000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3" name="Téglalap: lekerekített 72">
            <a:extLst>
              <a:ext uri="{FF2B5EF4-FFF2-40B4-BE49-F238E27FC236}">
                <a16:creationId xmlns:a16="http://schemas.microsoft.com/office/drawing/2014/main" id="{31315A1A-41A3-9BE8-535F-2D797837B0B7}"/>
              </a:ext>
            </a:extLst>
          </p:cNvPr>
          <p:cNvSpPr/>
          <p:nvPr/>
        </p:nvSpPr>
        <p:spPr>
          <a:xfrm>
            <a:off x="1725080" y="4634681"/>
            <a:ext cx="603250" cy="814916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5" name="Téglalap: lekerekített 74">
            <a:extLst>
              <a:ext uri="{FF2B5EF4-FFF2-40B4-BE49-F238E27FC236}">
                <a16:creationId xmlns:a16="http://schemas.microsoft.com/office/drawing/2014/main" id="{EA8166A2-A1CE-8613-6F72-44097D76CF8E}"/>
              </a:ext>
            </a:extLst>
          </p:cNvPr>
          <p:cNvSpPr/>
          <p:nvPr/>
        </p:nvSpPr>
        <p:spPr>
          <a:xfrm>
            <a:off x="-2662113" y="-3"/>
            <a:ext cx="4275666" cy="6858000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7" name="Téglalap: lekerekített 76">
            <a:extLst>
              <a:ext uri="{FF2B5EF4-FFF2-40B4-BE49-F238E27FC236}">
                <a16:creationId xmlns:a16="http://schemas.microsoft.com/office/drawing/2014/main" id="{74302332-CA44-9271-F188-E6858E5865BA}"/>
              </a:ext>
            </a:extLst>
          </p:cNvPr>
          <p:cNvSpPr/>
          <p:nvPr/>
        </p:nvSpPr>
        <p:spPr>
          <a:xfrm>
            <a:off x="1428746" y="5343764"/>
            <a:ext cx="603250" cy="814916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3" name="Cím 1">
            <a:extLst>
              <a:ext uri="{FF2B5EF4-FFF2-40B4-BE49-F238E27FC236}">
                <a16:creationId xmlns:a16="http://schemas.microsoft.com/office/drawing/2014/main" id="{6154C8CE-ED4B-AB25-9BC4-8A6CB9F80F6A}"/>
              </a:ext>
            </a:extLst>
          </p:cNvPr>
          <p:cNvSpPr txBox="1">
            <a:spLocks/>
          </p:cNvSpPr>
          <p:nvPr/>
        </p:nvSpPr>
        <p:spPr>
          <a:xfrm>
            <a:off x="4770980" y="397119"/>
            <a:ext cx="5786068" cy="131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8000">
                <a:solidFill>
                  <a:srgbClr val="E7D7C1"/>
                </a:solidFill>
                <a:latin typeface="HGGothicE"/>
                <a:ea typeface="HGGothicE"/>
              </a:rPr>
              <a:t>Team</a:t>
            </a:r>
          </a:p>
        </p:txBody>
      </p:sp>
      <p:sp>
        <p:nvSpPr>
          <p:cNvPr id="84" name="Cím 1">
            <a:extLst>
              <a:ext uri="{FF2B5EF4-FFF2-40B4-BE49-F238E27FC236}">
                <a16:creationId xmlns:a16="http://schemas.microsoft.com/office/drawing/2014/main" id="{21FB88CC-3A10-DE24-2AFE-D37BD1BBB9BD}"/>
              </a:ext>
            </a:extLst>
          </p:cNvPr>
          <p:cNvSpPr txBox="1">
            <a:spLocks/>
          </p:cNvSpPr>
          <p:nvPr/>
        </p:nvSpPr>
        <p:spPr>
          <a:xfrm>
            <a:off x="4106672" y="2604964"/>
            <a:ext cx="1985838" cy="13477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400" i="1">
                <a:solidFill>
                  <a:srgbClr val="E7D7C1"/>
                </a:solidFill>
                <a:latin typeface="Neue Haas Grotesk Text Pro"/>
                <a:ea typeface="HGGothicE"/>
              </a:rPr>
              <a:t>Enikő</a:t>
            </a:r>
          </a:p>
        </p:txBody>
      </p:sp>
      <p:sp>
        <p:nvSpPr>
          <p:cNvPr id="85" name="Cím 1">
            <a:extLst>
              <a:ext uri="{FF2B5EF4-FFF2-40B4-BE49-F238E27FC236}">
                <a16:creationId xmlns:a16="http://schemas.microsoft.com/office/drawing/2014/main" id="{EA05706C-5F61-3D16-DF73-1A6E7C088B66}"/>
              </a:ext>
            </a:extLst>
          </p:cNvPr>
          <p:cNvSpPr txBox="1">
            <a:spLocks/>
          </p:cNvSpPr>
          <p:nvPr/>
        </p:nvSpPr>
        <p:spPr>
          <a:xfrm>
            <a:off x="6685748" y="2604964"/>
            <a:ext cx="2171453" cy="13282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400" i="1">
                <a:solidFill>
                  <a:srgbClr val="E7D7C1"/>
                </a:solidFill>
                <a:latin typeface="Neue Haas Grotesk Text Pro"/>
                <a:ea typeface="HGGothicE"/>
              </a:rPr>
              <a:t>Bettina</a:t>
            </a:r>
          </a:p>
          <a:p>
            <a:pPr algn="ctr"/>
            <a:r>
              <a:rPr lang="hu-HU" sz="3200" i="1">
                <a:solidFill>
                  <a:srgbClr val="E7D7C1"/>
                </a:solidFill>
                <a:latin typeface="Neue Haas Grotesk Text Pro"/>
                <a:ea typeface="HGGothicE"/>
              </a:rPr>
              <a:t>(PM)</a:t>
            </a:r>
          </a:p>
        </p:txBody>
      </p:sp>
      <p:sp>
        <p:nvSpPr>
          <p:cNvPr id="86" name="Cím 1">
            <a:extLst>
              <a:ext uri="{FF2B5EF4-FFF2-40B4-BE49-F238E27FC236}">
                <a16:creationId xmlns:a16="http://schemas.microsoft.com/office/drawing/2014/main" id="{D96A8DB7-5D5E-6DA6-33AD-1700872D6CED}"/>
              </a:ext>
            </a:extLst>
          </p:cNvPr>
          <p:cNvSpPr txBox="1">
            <a:spLocks/>
          </p:cNvSpPr>
          <p:nvPr/>
        </p:nvSpPr>
        <p:spPr>
          <a:xfrm>
            <a:off x="9157364" y="2604963"/>
            <a:ext cx="2171453" cy="13282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400" i="1">
                <a:solidFill>
                  <a:srgbClr val="E7D7C1"/>
                </a:solidFill>
                <a:latin typeface="Neue Haas Grotesk Text Pro"/>
                <a:ea typeface="HGGothicE"/>
              </a:rPr>
              <a:t>Lilla</a:t>
            </a:r>
          </a:p>
        </p:txBody>
      </p:sp>
      <p:sp>
        <p:nvSpPr>
          <p:cNvPr id="87" name="Cím 1">
            <a:extLst>
              <a:ext uri="{FF2B5EF4-FFF2-40B4-BE49-F238E27FC236}">
                <a16:creationId xmlns:a16="http://schemas.microsoft.com/office/drawing/2014/main" id="{7B808A2B-268D-7B18-0D7B-D53A2CE2C6F1}"/>
              </a:ext>
            </a:extLst>
          </p:cNvPr>
          <p:cNvSpPr txBox="1">
            <a:spLocks/>
          </p:cNvSpPr>
          <p:nvPr/>
        </p:nvSpPr>
        <p:spPr>
          <a:xfrm>
            <a:off x="3823364" y="3941394"/>
            <a:ext cx="2562222" cy="133797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b="0" err="1">
                <a:solidFill>
                  <a:srgbClr val="E7D7C1"/>
                </a:solidFill>
                <a:latin typeface="Neue Haas Grotesk Text Pro"/>
                <a:ea typeface="HGGothicE"/>
              </a:rPr>
              <a:t>Database</a:t>
            </a:r>
          </a:p>
          <a:p>
            <a:pPr algn="ctr"/>
            <a:endParaRPr lang="hu-HU" b="0">
              <a:solidFill>
                <a:srgbClr val="E7D7C1"/>
              </a:solidFill>
              <a:latin typeface="Neue Haas Grotesk Text Pro"/>
              <a:ea typeface="HGGothicE"/>
            </a:endParaRPr>
          </a:p>
          <a:p>
            <a:pPr algn="ctr"/>
            <a:r>
              <a:rPr lang="hu-HU" b="0" err="1">
                <a:solidFill>
                  <a:srgbClr val="E7D7C1"/>
                </a:solidFill>
                <a:latin typeface="Neue Haas Grotesk Text Pro"/>
                <a:ea typeface="HGGothicE"/>
              </a:rPr>
              <a:t>Figma</a:t>
            </a:r>
          </a:p>
        </p:txBody>
      </p:sp>
      <p:sp>
        <p:nvSpPr>
          <p:cNvPr id="88" name="Cím 1">
            <a:extLst>
              <a:ext uri="{FF2B5EF4-FFF2-40B4-BE49-F238E27FC236}">
                <a16:creationId xmlns:a16="http://schemas.microsoft.com/office/drawing/2014/main" id="{63F7C0A4-2F64-2538-AB1E-9AC8F8121C18}"/>
              </a:ext>
            </a:extLst>
          </p:cNvPr>
          <p:cNvSpPr txBox="1">
            <a:spLocks/>
          </p:cNvSpPr>
          <p:nvPr/>
        </p:nvSpPr>
        <p:spPr>
          <a:xfrm>
            <a:off x="6457148" y="3941393"/>
            <a:ext cx="2562222" cy="133797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b="0">
                <a:solidFill>
                  <a:srgbClr val="E7D7C1"/>
                </a:solidFill>
                <a:latin typeface="Neue Haas Grotesk Text Pro"/>
                <a:ea typeface="HGGothicE"/>
              </a:rPr>
              <a:t>Backend</a:t>
            </a:r>
          </a:p>
          <a:p>
            <a:pPr algn="ctr"/>
            <a:endParaRPr lang="hu-HU" b="0">
              <a:solidFill>
                <a:srgbClr val="E7D7C1"/>
              </a:solidFill>
              <a:latin typeface="Neue Haas Grotesk Text Pro"/>
              <a:ea typeface="HGGothicE"/>
            </a:endParaRPr>
          </a:p>
          <a:p>
            <a:pPr algn="ctr"/>
            <a:r>
              <a:rPr lang="hu-HU" b="0" err="1">
                <a:solidFill>
                  <a:srgbClr val="E7D7C1"/>
                </a:solidFill>
                <a:latin typeface="Neue Haas Grotesk Text Pro"/>
                <a:ea typeface="HGGothicE"/>
              </a:rPr>
              <a:t>Figma</a:t>
            </a:r>
            <a:endParaRPr lang="hu-HU" b="0">
              <a:solidFill>
                <a:srgbClr val="E7D7C1"/>
              </a:solidFill>
              <a:latin typeface="Neue Haas Grotesk Text Pro"/>
              <a:ea typeface="HGGothicE"/>
            </a:endParaRPr>
          </a:p>
        </p:txBody>
      </p:sp>
      <p:sp>
        <p:nvSpPr>
          <p:cNvPr id="89" name="Cím 1">
            <a:extLst>
              <a:ext uri="{FF2B5EF4-FFF2-40B4-BE49-F238E27FC236}">
                <a16:creationId xmlns:a16="http://schemas.microsoft.com/office/drawing/2014/main" id="{84FDE051-1D7A-841F-083C-427C5270057F}"/>
              </a:ext>
            </a:extLst>
          </p:cNvPr>
          <p:cNvSpPr txBox="1">
            <a:spLocks/>
          </p:cNvSpPr>
          <p:nvPr/>
        </p:nvSpPr>
        <p:spPr>
          <a:xfrm>
            <a:off x="8559649" y="3963699"/>
            <a:ext cx="3347668" cy="21937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2800" b="0" dirty="0">
                <a:solidFill>
                  <a:srgbClr val="E7D7C1"/>
                </a:solidFill>
                <a:latin typeface="Neue Haas Grotesk Text Pro"/>
                <a:ea typeface="HGGothicE"/>
              </a:rPr>
              <a:t>Frontend</a:t>
            </a:r>
          </a:p>
          <a:p>
            <a:pPr algn="ctr"/>
            <a:endParaRPr lang="hu-HU" b="0">
              <a:solidFill>
                <a:srgbClr val="E7D7C1"/>
              </a:solidFill>
              <a:latin typeface="Neue Haas Grotesk Text Pro"/>
              <a:ea typeface="HGGothicE"/>
            </a:endParaRPr>
          </a:p>
          <a:p>
            <a:pPr algn="ctr"/>
            <a:endParaRPr lang="hu-HU" b="0">
              <a:solidFill>
                <a:srgbClr val="E7D7C1"/>
              </a:solidFill>
              <a:latin typeface="Neue Haas Grotesk Text Pro"/>
              <a:ea typeface="HGGothicE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24A54CD-B945-15CD-1DC6-19DF4EE95626}"/>
              </a:ext>
            </a:extLst>
          </p:cNvPr>
          <p:cNvSpPr txBox="1">
            <a:spLocks/>
          </p:cNvSpPr>
          <p:nvPr/>
        </p:nvSpPr>
        <p:spPr>
          <a:xfrm>
            <a:off x="9025477" y="5043198"/>
            <a:ext cx="2604555" cy="5018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2400" b="0" err="1">
                <a:solidFill>
                  <a:srgbClr val="E7D7C1"/>
                </a:solidFill>
                <a:latin typeface="Neue Haas Grotesk Text Pro"/>
                <a:ea typeface="HGGothicE"/>
              </a:rPr>
              <a:t>Documentation</a:t>
            </a:r>
            <a:endParaRPr lang="hu-HU" sz="2400" b="0">
              <a:solidFill>
                <a:srgbClr val="E7D7C1"/>
              </a:solidFill>
              <a:latin typeface="Neue Haas Grotesk Text Pro"/>
              <a:ea typeface="HGGothicE"/>
            </a:endParaRPr>
          </a:p>
          <a:p>
            <a:pPr algn="ctr"/>
            <a:endParaRPr lang="hu-HU" b="0">
              <a:solidFill>
                <a:srgbClr val="E7D7C1"/>
              </a:solidFill>
              <a:latin typeface="Neue Haas Grotesk Text Pro"/>
              <a:ea typeface="HGGothicE"/>
            </a:endParaRPr>
          </a:p>
        </p:txBody>
      </p:sp>
    </p:spTree>
    <p:extLst>
      <p:ext uri="{BB962C8B-B14F-4D97-AF65-F5344CB8AC3E}">
        <p14:creationId xmlns:p14="http://schemas.microsoft.com/office/powerpoint/2010/main" val="3285032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églalap: lekerekített 60">
            <a:extLst>
              <a:ext uri="{FF2B5EF4-FFF2-40B4-BE49-F238E27FC236}">
                <a16:creationId xmlns:a16="http://schemas.microsoft.com/office/drawing/2014/main" id="{4BFC47D8-E0B6-75D0-CB4F-C625A73102CE}"/>
              </a:ext>
            </a:extLst>
          </p:cNvPr>
          <p:cNvSpPr/>
          <p:nvPr/>
        </p:nvSpPr>
        <p:spPr>
          <a:xfrm>
            <a:off x="11538791" y="485204"/>
            <a:ext cx="603250" cy="814916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9" name="Téglalap: lekerekített 58">
            <a:extLst>
              <a:ext uri="{FF2B5EF4-FFF2-40B4-BE49-F238E27FC236}">
                <a16:creationId xmlns:a16="http://schemas.microsoft.com/office/drawing/2014/main" id="{2C4DA705-FFA4-4A17-3D61-84E8E0A1AE2F}"/>
              </a:ext>
            </a:extLst>
          </p:cNvPr>
          <p:cNvSpPr/>
          <p:nvPr/>
        </p:nvSpPr>
        <p:spPr>
          <a:xfrm>
            <a:off x="-267891" y="1"/>
            <a:ext cx="12276666" cy="6858000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Téglalap: lekerekített 2">
            <a:extLst>
              <a:ext uri="{FF2B5EF4-FFF2-40B4-BE49-F238E27FC236}">
                <a16:creationId xmlns:a16="http://schemas.microsoft.com/office/drawing/2014/main" id="{AAB0B737-B7DB-612B-7CB5-218AC5CD4D62}"/>
              </a:ext>
            </a:extLst>
          </p:cNvPr>
          <p:cNvSpPr/>
          <p:nvPr/>
        </p:nvSpPr>
        <p:spPr>
          <a:xfrm>
            <a:off x="11402145" y="1027767"/>
            <a:ext cx="603250" cy="814916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22C1438B-8D92-757A-D776-ED7C38C3355C}"/>
              </a:ext>
            </a:extLst>
          </p:cNvPr>
          <p:cNvSpPr/>
          <p:nvPr/>
        </p:nvSpPr>
        <p:spPr>
          <a:xfrm>
            <a:off x="-106380" y="-9647"/>
            <a:ext cx="11959166" cy="6858000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3" name="Téglalap: lekerekített 62">
            <a:extLst>
              <a:ext uri="{FF2B5EF4-FFF2-40B4-BE49-F238E27FC236}">
                <a16:creationId xmlns:a16="http://schemas.microsoft.com/office/drawing/2014/main" id="{8905D8D1-3A5E-4FF5-93B1-FD2BF923C008}"/>
              </a:ext>
            </a:extLst>
          </p:cNvPr>
          <p:cNvSpPr/>
          <p:nvPr/>
        </p:nvSpPr>
        <p:spPr>
          <a:xfrm>
            <a:off x="-647902" y="-9646"/>
            <a:ext cx="12276665" cy="6858000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9" name="Téglalap: lekerekített 68">
            <a:extLst>
              <a:ext uri="{FF2B5EF4-FFF2-40B4-BE49-F238E27FC236}">
                <a16:creationId xmlns:a16="http://schemas.microsoft.com/office/drawing/2014/main" id="{5485EABD-2C77-59B8-766A-D679A4D788C0}"/>
              </a:ext>
            </a:extLst>
          </p:cNvPr>
          <p:cNvSpPr/>
          <p:nvPr/>
        </p:nvSpPr>
        <p:spPr>
          <a:xfrm>
            <a:off x="11236666" y="1585107"/>
            <a:ext cx="603250" cy="814916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1" name="Téglalap: lekerekített 70">
            <a:extLst>
              <a:ext uri="{FF2B5EF4-FFF2-40B4-BE49-F238E27FC236}">
                <a16:creationId xmlns:a16="http://schemas.microsoft.com/office/drawing/2014/main" id="{4DBEFC6C-9820-181C-36C9-4E67CA77F0D5}"/>
              </a:ext>
            </a:extLst>
          </p:cNvPr>
          <p:cNvSpPr/>
          <p:nvPr/>
        </p:nvSpPr>
        <p:spPr>
          <a:xfrm>
            <a:off x="-941102" y="0"/>
            <a:ext cx="12276666" cy="6858000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3" name="Téglalap: lekerekített 72">
            <a:extLst>
              <a:ext uri="{FF2B5EF4-FFF2-40B4-BE49-F238E27FC236}">
                <a16:creationId xmlns:a16="http://schemas.microsoft.com/office/drawing/2014/main" id="{56E1EA54-10D3-82AD-6040-0B8F59549C2B}"/>
              </a:ext>
            </a:extLst>
          </p:cNvPr>
          <p:cNvSpPr/>
          <p:nvPr/>
        </p:nvSpPr>
        <p:spPr>
          <a:xfrm>
            <a:off x="11041404" y="2288492"/>
            <a:ext cx="603250" cy="814916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5" name="Téglalap: lekerekített 74">
            <a:extLst>
              <a:ext uri="{FF2B5EF4-FFF2-40B4-BE49-F238E27FC236}">
                <a16:creationId xmlns:a16="http://schemas.microsoft.com/office/drawing/2014/main" id="{42FEDA38-1901-6B81-0687-AA2255B5C886}"/>
              </a:ext>
            </a:extLst>
          </p:cNvPr>
          <p:cNvSpPr/>
          <p:nvPr/>
        </p:nvSpPr>
        <p:spPr>
          <a:xfrm>
            <a:off x="-1243948" y="0"/>
            <a:ext cx="4275666" cy="6858000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7" name="Téglalap: lekerekített 76">
            <a:extLst>
              <a:ext uri="{FF2B5EF4-FFF2-40B4-BE49-F238E27FC236}">
                <a16:creationId xmlns:a16="http://schemas.microsoft.com/office/drawing/2014/main" id="{E767FE2B-5B68-6772-71CD-FE1AE8286E6D}"/>
              </a:ext>
            </a:extLst>
          </p:cNvPr>
          <p:cNvSpPr/>
          <p:nvPr/>
        </p:nvSpPr>
        <p:spPr>
          <a:xfrm>
            <a:off x="2824120" y="2004318"/>
            <a:ext cx="603250" cy="814916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9" name="Téglalap: lekerekített 78">
            <a:extLst>
              <a:ext uri="{FF2B5EF4-FFF2-40B4-BE49-F238E27FC236}">
                <a16:creationId xmlns:a16="http://schemas.microsoft.com/office/drawing/2014/main" id="{6F7A15EF-68C5-9764-1724-3B59F8B898E1}"/>
              </a:ext>
            </a:extLst>
          </p:cNvPr>
          <p:cNvSpPr/>
          <p:nvPr/>
        </p:nvSpPr>
        <p:spPr>
          <a:xfrm>
            <a:off x="-1527255" y="0"/>
            <a:ext cx="4275666" cy="6858000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1" name="Téglalap: lekerekített 80">
            <a:extLst>
              <a:ext uri="{FF2B5EF4-FFF2-40B4-BE49-F238E27FC236}">
                <a16:creationId xmlns:a16="http://schemas.microsoft.com/office/drawing/2014/main" id="{836C5908-6B04-7387-6DDF-2AD492EE07E0}"/>
              </a:ext>
            </a:extLst>
          </p:cNvPr>
          <p:cNvSpPr/>
          <p:nvPr/>
        </p:nvSpPr>
        <p:spPr>
          <a:xfrm>
            <a:off x="2521273" y="2610010"/>
            <a:ext cx="603250" cy="814916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3" name="Téglalap: lekerekített 82">
            <a:extLst>
              <a:ext uri="{FF2B5EF4-FFF2-40B4-BE49-F238E27FC236}">
                <a16:creationId xmlns:a16="http://schemas.microsoft.com/office/drawing/2014/main" id="{31EC01EF-BAAC-0AB1-74E3-8D137A3AD9B9}"/>
              </a:ext>
            </a:extLst>
          </p:cNvPr>
          <p:cNvSpPr/>
          <p:nvPr/>
        </p:nvSpPr>
        <p:spPr>
          <a:xfrm>
            <a:off x="-1751947" y="0"/>
            <a:ext cx="4275666" cy="6858000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5" name="Téglalap: lekerekített 84">
            <a:extLst>
              <a:ext uri="{FF2B5EF4-FFF2-40B4-BE49-F238E27FC236}">
                <a16:creationId xmlns:a16="http://schemas.microsoft.com/office/drawing/2014/main" id="{E0FFF2F9-46C0-F463-838A-035164051921}"/>
              </a:ext>
            </a:extLst>
          </p:cNvPr>
          <p:cNvSpPr/>
          <p:nvPr/>
        </p:nvSpPr>
        <p:spPr>
          <a:xfrm>
            <a:off x="2296581" y="3332932"/>
            <a:ext cx="603250" cy="814916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7" name="Téglalap: lekerekített 86">
            <a:extLst>
              <a:ext uri="{FF2B5EF4-FFF2-40B4-BE49-F238E27FC236}">
                <a16:creationId xmlns:a16="http://schemas.microsoft.com/office/drawing/2014/main" id="{5C28CB8C-F066-1F62-2361-8CA53371B60E}"/>
              </a:ext>
            </a:extLst>
          </p:cNvPr>
          <p:cNvSpPr/>
          <p:nvPr/>
        </p:nvSpPr>
        <p:spPr>
          <a:xfrm>
            <a:off x="-2058864" y="-1"/>
            <a:ext cx="4275666" cy="6858000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9" name="Téglalap: lekerekített 88">
            <a:extLst>
              <a:ext uri="{FF2B5EF4-FFF2-40B4-BE49-F238E27FC236}">
                <a16:creationId xmlns:a16="http://schemas.microsoft.com/office/drawing/2014/main" id="{1A485F82-BB86-E410-957C-175FDC7D075D}"/>
              </a:ext>
            </a:extLst>
          </p:cNvPr>
          <p:cNvSpPr/>
          <p:nvPr/>
        </p:nvSpPr>
        <p:spPr>
          <a:xfrm>
            <a:off x="2000247" y="3957348"/>
            <a:ext cx="603250" cy="814916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1" name="Téglalap: lekerekített 90">
            <a:extLst>
              <a:ext uri="{FF2B5EF4-FFF2-40B4-BE49-F238E27FC236}">
                <a16:creationId xmlns:a16="http://schemas.microsoft.com/office/drawing/2014/main" id="{88591D47-6686-F3D4-9EDF-92FCA56B4DC7}"/>
              </a:ext>
            </a:extLst>
          </p:cNvPr>
          <p:cNvSpPr/>
          <p:nvPr/>
        </p:nvSpPr>
        <p:spPr>
          <a:xfrm>
            <a:off x="-2355197" y="-2"/>
            <a:ext cx="4275666" cy="6858000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3" name="Téglalap: lekerekített 92">
            <a:extLst>
              <a:ext uri="{FF2B5EF4-FFF2-40B4-BE49-F238E27FC236}">
                <a16:creationId xmlns:a16="http://schemas.microsoft.com/office/drawing/2014/main" id="{5F300A73-CF65-6640-CDDC-DAD3332FC230}"/>
              </a:ext>
            </a:extLst>
          </p:cNvPr>
          <p:cNvSpPr/>
          <p:nvPr/>
        </p:nvSpPr>
        <p:spPr>
          <a:xfrm>
            <a:off x="1725080" y="4634681"/>
            <a:ext cx="603250" cy="814916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5" name="Téglalap: lekerekített 94">
            <a:extLst>
              <a:ext uri="{FF2B5EF4-FFF2-40B4-BE49-F238E27FC236}">
                <a16:creationId xmlns:a16="http://schemas.microsoft.com/office/drawing/2014/main" id="{7FD44D83-5CC5-839A-8A31-E3371364AE1F}"/>
              </a:ext>
            </a:extLst>
          </p:cNvPr>
          <p:cNvSpPr/>
          <p:nvPr/>
        </p:nvSpPr>
        <p:spPr>
          <a:xfrm>
            <a:off x="-2662113" y="-3"/>
            <a:ext cx="4275666" cy="6858000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7" name="Téglalap: lekerekített 96">
            <a:extLst>
              <a:ext uri="{FF2B5EF4-FFF2-40B4-BE49-F238E27FC236}">
                <a16:creationId xmlns:a16="http://schemas.microsoft.com/office/drawing/2014/main" id="{8157719F-31C8-6D9D-E591-7BB3F1E5CE9C}"/>
              </a:ext>
            </a:extLst>
          </p:cNvPr>
          <p:cNvSpPr/>
          <p:nvPr/>
        </p:nvSpPr>
        <p:spPr>
          <a:xfrm>
            <a:off x="1428746" y="5343764"/>
            <a:ext cx="603250" cy="814916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Cím 1">
            <a:extLst>
              <a:ext uri="{FF2B5EF4-FFF2-40B4-BE49-F238E27FC236}">
                <a16:creationId xmlns:a16="http://schemas.microsoft.com/office/drawing/2014/main" id="{09742341-4205-0A1D-410B-98B71C0AB1CB}"/>
              </a:ext>
            </a:extLst>
          </p:cNvPr>
          <p:cNvSpPr txBox="1">
            <a:spLocks/>
          </p:cNvSpPr>
          <p:nvPr/>
        </p:nvSpPr>
        <p:spPr>
          <a:xfrm>
            <a:off x="4204365" y="348273"/>
            <a:ext cx="6230568" cy="136076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6600" err="1">
                <a:solidFill>
                  <a:srgbClr val="E7D7C1"/>
                </a:solidFill>
                <a:latin typeface="HGGothicE"/>
                <a:ea typeface="HGGothicE"/>
              </a:rPr>
              <a:t>Why</a:t>
            </a:r>
            <a:r>
              <a:rPr lang="hu-HU" sz="6600">
                <a:solidFill>
                  <a:srgbClr val="E7D7C1"/>
                </a:solidFill>
                <a:latin typeface="HGGothicE"/>
                <a:ea typeface="HGGothicE"/>
              </a:rPr>
              <a:t> </a:t>
            </a:r>
            <a:r>
              <a:rPr lang="hu-HU" sz="6600" err="1">
                <a:solidFill>
                  <a:srgbClr val="E7D7C1"/>
                </a:solidFill>
                <a:latin typeface="HGGothicE"/>
                <a:ea typeface="HGGothicE"/>
              </a:rPr>
              <a:t>Choose</a:t>
            </a:r>
            <a:r>
              <a:rPr lang="hu-HU" sz="6600">
                <a:solidFill>
                  <a:srgbClr val="E7D7C1"/>
                </a:solidFill>
                <a:latin typeface="HGGothicE"/>
                <a:ea typeface="HGGothicE"/>
              </a:rPr>
              <a:t> </a:t>
            </a:r>
            <a:r>
              <a:rPr lang="hu-HU" sz="6600" err="1">
                <a:solidFill>
                  <a:srgbClr val="E7D7C1"/>
                </a:solidFill>
                <a:latin typeface="HGGothicE"/>
                <a:ea typeface="HGGothicE"/>
              </a:rPr>
              <a:t>Us</a:t>
            </a:r>
            <a:r>
              <a:rPr lang="hu-HU" sz="6600">
                <a:solidFill>
                  <a:srgbClr val="E7D7C1"/>
                </a:solidFill>
                <a:latin typeface="HGGothicE"/>
                <a:ea typeface="HGGothicE"/>
              </a:rPr>
              <a:t>?</a:t>
            </a:r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A71DC231-B022-372C-9DB8-52F6F284935C}"/>
              </a:ext>
            </a:extLst>
          </p:cNvPr>
          <p:cNvSpPr/>
          <p:nvPr/>
        </p:nvSpPr>
        <p:spPr>
          <a:xfrm>
            <a:off x="4142969" y="1704729"/>
            <a:ext cx="6201833" cy="3937001"/>
          </a:xfrm>
          <a:prstGeom prst="roundRect">
            <a:avLst/>
          </a:prstGeom>
          <a:solidFill>
            <a:srgbClr val="E7D7C1"/>
          </a:solidFill>
          <a:ln w="57150">
            <a:solidFill>
              <a:srgbClr val="8C1C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55EF8B7E-6F80-FE53-826B-C2F49C9538BB}"/>
              </a:ext>
            </a:extLst>
          </p:cNvPr>
          <p:cNvSpPr txBox="1"/>
          <p:nvPr/>
        </p:nvSpPr>
        <p:spPr>
          <a:xfrm>
            <a:off x="4791808" y="2286813"/>
            <a:ext cx="4868334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err="1">
                <a:solidFill>
                  <a:srgbClr val="BF4342"/>
                </a:solidFill>
                <a:ea typeface="+mn-lt"/>
                <a:cs typeface="+mn-lt"/>
              </a:rPr>
              <a:t>User-friendly</a:t>
            </a:r>
            <a:r>
              <a:rPr lang="hu-HU" sz="2400">
                <a:solidFill>
                  <a:srgbClr val="BF4342"/>
                </a:solidFill>
                <a:ea typeface="+mn-lt"/>
                <a:cs typeface="+mn-lt"/>
              </a:rPr>
              <a:t> and modern design</a:t>
            </a:r>
            <a:endParaRPr lang="hu-HU" sz="2400">
              <a:solidFill>
                <a:srgbClr val="BF4342"/>
              </a:solidFill>
            </a:endParaRPr>
          </a:p>
          <a:p>
            <a:pPr algn="ctr"/>
            <a:endParaRPr lang="hu-HU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137BE207-1045-D7D9-DC80-E2D001F9D8AE}"/>
              </a:ext>
            </a:extLst>
          </p:cNvPr>
          <p:cNvSpPr txBox="1"/>
          <p:nvPr/>
        </p:nvSpPr>
        <p:spPr>
          <a:xfrm>
            <a:off x="4791807" y="3027646"/>
            <a:ext cx="4868334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err="1">
                <a:solidFill>
                  <a:srgbClr val="BF4342"/>
                </a:solidFill>
                <a:ea typeface="+mn-lt"/>
                <a:cs typeface="+mn-lt"/>
              </a:rPr>
              <a:t>Fast</a:t>
            </a:r>
            <a:r>
              <a:rPr lang="hu-HU" sz="2400">
                <a:solidFill>
                  <a:srgbClr val="BF4342"/>
                </a:solidFill>
                <a:ea typeface="+mn-lt"/>
                <a:cs typeface="+mn-lt"/>
              </a:rPr>
              <a:t> and </a:t>
            </a:r>
            <a:r>
              <a:rPr lang="hu-HU" sz="2400" err="1">
                <a:solidFill>
                  <a:srgbClr val="BF4342"/>
                </a:solidFill>
                <a:ea typeface="+mn-lt"/>
                <a:cs typeface="+mn-lt"/>
              </a:rPr>
              <a:t>simple</a:t>
            </a:r>
            <a:r>
              <a:rPr lang="hu-HU" sz="2400">
                <a:solidFill>
                  <a:srgbClr val="BF4342"/>
                </a:solidFill>
                <a:ea typeface="+mn-lt"/>
                <a:cs typeface="+mn-lt"/>
              </a:rPr>
              <a:t> </a:t>
            </a:r>
            <a:r>
              <a:rPr lang="hu-HU" sz="2400" err="1">
                <a:solidFill>
                  <a:srgbClr val="BF4342"/>
                </a:solidFill>
                <a:ea typeface="+mn-lt"/>
                <a:cs typeface="+mn-lt"/>
              </a:rPr>
              <a:t>booking</a:t>
            </a:r>
            <a:r>
              <a:rPr lang="hu-HU" sz="2400">
                <a:solidFill>
                  <a:srgbClr val="BF4342"/>
                </a:solidFill>
                <a:ea typeface="+mn-lt"/>
                <a:cs typeface="+mn-lt"/>
              </a:rPr>
              <a:t> </a:t>
            </a:r>
            <a:r>
              <a:rPr lang="hu-HU" sz="2400" err="1">
                <a:solidFill>
                  <a:srgbClr val="BF4342"/>
                </a:solidFill>
                <a:ea typeface="+mn-lt"/>
                <a:cs typeface="+mn-lt"/>
              </a:rPr>
              <a:t>process</a:t>
            </a:r>
            <a:endParaRPr lang="hu-HU" sz="2400">
              <a:solidFill>
                <a:srgbClr val="BF4342"/>
              </a:solidFill>
            </a:endParaRPr>
          </a:p>
          <a:p>
            <a:pPr algn="ctr"/>
            <a:endParaRPr lang="hu-HU"/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DB8B893E-7472-4635-B2E1-33310E6222DB}"/>
              </a:ext>
            </a:extLst>
          </p:cNvPr>
          <p:cNvSpPr txBox="1"/>
          <p:nvPr/>
        </p:nvSpPr>
        <p:spPr>
          <a:xfrm>
            <a:off x="5596140" y="3768479"/>
            <a:ext cx="3259667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err="1">
                <a:solidFill>
                  <a:srgbClr val="BF4342"/>
                </a:solidFill>
                <a:ea typeface="+mn-lt"/>
                <a:cs typeface="+mn-lt"/>
              </a:rPr>
              <a:t>Secure</a:t>
            </a:r>
            <a:r>
              <a:rPr lang="hu-HU" sz="2400">
                <a:solidFill>
                  <a:srgbClr val="BF4342"/>
                </a:solidFill>
                <a:ea typeface="+mn-lt"/>
                <a:cs typeface="+mn-lt"/>
              </a:rPr>
              <a:t> </a:t>
            </a:r>
            <a:r>
              <a:rPr lang="hu-HU" sz="2400" err="1">
                <a:solidFill>
                  <a:srgbClr val="BF4342"/>
                </a:solidFill>
                <a:ea typeface="+mn-lt"/>
                <a:cs typeface="+mn-lt"/>
              </a:rPr>
              <a:t>data</a:t>
            </a:r>
            <a:r>
              <a:rPr lang="hu-HU" sz="2400">
                <a:solidFill>
                  <a:srgbClr val="BF4342"/>
                </a:solidFill>
                <a:ea typeface="+mn-lt"/>
                <a:cs typeface="+mn-lt"/>
              </a:rPr>
              <a:t> </a:t>
            </a:r>
            <a:r>
              <a:rPr lang="hu-HU" sz="2400" err="1">
                <a:solidFill>
                  <a:srgbClr val="BF4342"/>
                </a:solidFill>
                <a:ea typeface="+mn-lt"/>
                <a:cs typeface="+mn-lt"/>
              </a:rPr>
              <a:t>handling</a:t>
            </a:r>
            <a:endParaRPr lang="hu-HU" sz="2400">
              <a:solidFill>
                <a:srgbClr val="BF4342"/>
              </a:solidFill>
            </a:endParaRPr>
          </a:p>
          <a:p>
            <a:pPr algn="ctr"/>
            <a:endParaRPr lang="hu-HU"/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9BC5AF54-11D1-EEEC-ABF9-FA105708FB55}"/>
              </a:ext>
            </a:extLst>
          </p:cNvPr>
          <p:cNvSpPr txBox="1"/>
          <p:nvPr/>
        </p:nvSpPr>
        <p:spPr>
          <a:xfrm>
            <a:off x="4791806" y="4509312"/>
            <a:ext cx="5101167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err="1">
                <a:solidFill>
                  <a:srgbClr val="BF4342"/>
                </a:solidFill>
                <a:ea typeface="+mn-lt"/>
                <a:cs typeface="+mn-lt"/>
              </a:rPr>
              <a:t>Clear</a:t>
            </a:r>
            <a:r>
              <a:rPr lang="hu-HU" sz="2400">
                <a:solidFill>
                  <a:srgbClr val="BF4342"/>
                </a:solidFill>
                <a:ea typeface="+mn-lt"/>
                <a:cs typeface="+mn-lt"/>
              </a:rPr>
              <a:t> and </a:t>
            </a:r>
            <a:r>
              <a:rPr lang="hu-HU" sz="2400" err="1">
                <a:solidFill>
                  <a:srgbClr val="BF4342"/>
                </a:solidFill>
                <a:ea typeface="+mn-lt"/>
                <a:cs typeface="+mn-lt"/>
              </a:rPr>
              <a:t>logical</a:t>
            </a:r>
            <a:r>
              <a:rPr lang="hu-HU" sz="2400">
                <a:solidFill>
                  <a:srgbClr val="BF4342"/>
                </a:solidFill>
                <a:ea typeface="+mn-lt"/>
                <a:cs typeface="+mn-lt"/>
              </a:rPr>
              <a:t> </a:t>
            </a:r>
            <a:r>
              <a:rPr lang="hu-HU" sz="2400" err="1">
                <a:solidFill>
                  <a:srgbClr val="BF4342"/>
                </a:solidFill>
                <a:ea typeface="+mn-lt"/>
                <a:cs typeface="+mn-lt"/>
              </a:rPr>
              <a:t>system</a:t>
            </a:r>
            <a:r>
              <a:rPr lang="hu-HU" sz="2400">
                <a:solidFill>
                  <a:srgbClr val="BF4342"/>
                </a:solidFill>
                <a:ea typeface="+mn-lt"/>
                <a:cs typeface="+mn-lt"/>
              </a:rPr>
              <a:t> </a:t>
            </a:r>
            <a:r>
              <a:rPr lang="hu-HU" sz="2400" err="1">
                <a:solidFill>
                  <a:srgbClr val="BF4342"/>
                </a:solidFill>
                <a:ea typeface="+mn-lt"/>
                <a:cs typeface="+mn-lt"/>
              </a:rPr>
              <a:t>structure</a:t>
            </a:r>
            <a:endParaRPr lang="hu-HU" sz="2400">
              <a:solidFill>
                <a:srgbClr val="BF4342"/>
              </a:solidFill>
            </a:endParaRPr>
          </a:p>
          <a:p>
            <a:pPr algn="ctr"/>
            <a:endParaRPr lang="hu-HU"/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66051C5A-74CE-E473-A7B6-DF87FBC5621C}"/>
              </a:ext>
            </a:extLst>
          </p:cNvPr>
          <p:cNvSpPr txBox="1"/>
          <p:nvPr/>
        </p:nvSpPr>
        <p:spPr>
          <a:xfrm>
            <a:off x="4093307" y="5832228"/>
            <a:ext cx="6455834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400" err="1">
                <a:solidFill>
                  <a:srgbClr val="E7D7C1"/>
                </a:solidFill>
                <a:latin typeface="HGGothicE"/>
                <a:ea typeface="HGGothicE"/>
                <a:cs typeface="+mn-lt"/>
              </a:rPr>
              <a:t>We</a:t>
            </a:r>
            <a:r>
              <a:rPr lang="hu-HU" sz="2400">
                <a:solidFill>
                  <a:srgbClr val="E7D7C1"/>
                </a:solidFill>
                <a:latin typeface="HGGothicE"/>
                <a:ea typeface="HGGothicE"/>
                <a:cs typeface="+mn-lt"/>
              </a:rPr>
              <a:t> </a:t>
            </a:r>
            <a:r>
              <a:rPr lang="hu-HU" sz="2400" err="1">
                <a:solidFill>
                  <a:srgbClr val="E7D7C1"/>
                </a:solidFill>
                <a:latin typeface="HGGothicE"/>
                <a:ea typeface="HGGothicE"/>
                <a:cs typeface="+mn-lt"/>
              </a:rPr>
              <a:t>focus</a:t>
            </a:r>
            <a:r>
              <a:rPr lang="hu-HU" sz="2400">
                <a:solidFill>
                  <a:srgbClr val="E7D7C1"/>
                </a:solidFill>
                <a:latin typeface="HGGothicE"/>
                <a:ea typeface="HGGothicE"/>
                <a:cs typeface="+mn-lt"/>
              </a:rPr>
              <a:t> </a:t>
            </a:r>
            <a:r>
              <a:rPr lang="hu-HU" sz="2400" err="1">
                <a:solidFill>
                  <a:srgbClr val="E7D7C1"/>
                </a:solidFill>
                <a:latin typeface="HGGothicE"/>
                <a:ea typeface="HGGothicE"/>
                <a:cs typeface="+mn-lt"/>
              </a:rPr>
              <a:t>on</a:t>
            </a:r>
            <a:r>
              <a:rPr lang="hu-HU" sz="2400">
                <a:solidFill>
                  <a:srgbClr val="E7D7C1"/>
                </a:solidFill>
                <a:latin typeface="HGGothicE"/>
                <a:ea typeface="HGGothicE"/>
                <a:cs typeface="+mn-lt"/>
              </a:rPr>
              <a:t> </a:t>
            </a:r>
            <a:r>
              <a:rPr lang="hu-HU" sz="2400" err="1">
                <a:solidFill>
                  <a:srgbClr val="E7D7C1"/>
                </a:solidFill>
                <a:latin typeface="HGGothicE"/>
                <a:ea typeface="HGGothicE"/>
                <a:cs typeface="+mn-lt"/>
              </a:rPr>
              <a:t>creating</a:t>
            </a:r>
            <a:r>
              <a:rPr lang="hu-HU" sz="2400">
                <a:solidFill>
                  <a:srgbClr val="E7D7C1"/>
                </a:solidFill>
                <a:latin typeface="HGGothicE"/>
                <a:ea typeface="HGGothicE"/>
                <a:cs typeface="+mn-lt"/>
              </a:rPr>
              <a:t> </a:t>
            </a:r>
            <a:r>
              <a:rPr lang="hu-HU" sz="2400" err="1">
                <a:solidFill>
                  <a:srgbClr val="E7D7C1"/>
                </a:solidFill>
                <a:latin typeface="HGGothicE"/>
                <a:ea typeface="HGGothicE"/>
                <a:cs typeface="+mn-lt"/>
              </a:rPr>
              <a:t>practical</a:t>
            </a:r>
            <a:r>
              <a:rPr lang="hu-HU" sz="2400">
                <a:solidFill>
                  <a:srgbClr val="E7D7C1"/>
                </a:solidFill>
                <a:latin typeface="HGGothicE"/>
                <a:ea typeface="HGGothicE"/>
                <a:cs typeface="+mn-lt"/>
              </a:rPr>
              <a:t>, </a:t>
            </a:r>
            <a:r>
              <a:rPr lang="hu-HU" sz="2400" err="1">
                <a:solidFill>
                  <a:srgbClr val="E7D7C1"/>
                </a:solidFill>
                <a:latin typeface="HGGothicE"/>
                <a:ea typeface="HGGothicE"/>
                <a:cs typeface="+mn-lt"/>
              </a:rPr>
              <a:t>reliable</a:t>
            </a:r>
            <a:r>
              <a:rPr lang="hu-HU" sz="2400">
                <a:solidFill>
                  <a:srgbClr val="E7D7C1"/>
                </a:solidFill>
                <a:latin typeface="HGGothicE"/>
                <a:ea typeface="HGGothicE"/>
                <a:cs typeface="+mn-lt"/>
              </a:rPr>
              <a:t>, and </a:t>
            </a:r>
            <a:r>
              <a:rPr lang="hu-HU" sz="2400" err="1">
                <a:solidFill>
                  <a:srgbClr val="E7D7C1"/>
                </a:solidFill>
                <a:latin typeface="HGGothicE"/>
                <a:ea typeface="HGGothicE"/>
                <a:cs typeface="+mn-lt"/>
              </a:rPr>
              <a:t>elegant</a:t>
            </a:r>
            <a:r>
              <a:rPr lang="hu-HU" sz="2400">
                <a:solidFill>
                  <a:srgbClr val="E7D7C1"/>
                </a:solidFill>
                <a:latin typeface="HGGothicE"/>
                <a:ea typeface="HGGothicE"/>
                <a:cs typeface="+mn-lt"/>
              </a:rPr>
              <a:t> </a:t>
            </a:r>
            <a:r>
              <a:rPr lang="hu-HU" sz="2400" err="1">
                <a:solidFill>
                  <a:srgbClr val="E7D7C1"/>
                </a:solidFill>
                <a:latin typeface="HGGothicE"/>
                <a:ea typeface="HGGothicE"/>
                <a:cs typeface="+mn-lt"/>
              </a:rPr>
              <a:t>digital</a:t>
            </a:r>
            <a:r>
              <a:rPr lang="hu-HU" sz="2400">
                <a:solidFill>
                  <a:srgbClr val="E7D7C1"/>
                </a:solidFill>
                <a:latin typeface="HGGothicE"/>
                <a:ea typeface="HGGothicE"/>
                <a:cs typeface="+mn-lt"/>
              </a:rPr>
              <a:t> </a:t>
            </a:r>
            <a:r>
              <a:rPr lang="hu-HU" sz="2400" err="1">
                <a:solidFill>
                  <a:srgbClr val="E7D7C1"/>
                </a:solidFill>
                <a:latin typeface="HGGothicE"/>
                <a:ea typeface="HGGothicE"/>
                <a:cs typeface="+mn-lt"/>
              </a:rPr>
              <a:t>solutions</a:t>
            </a:r>
            <a:r>
              <a:rPr lang="hu-HU" sz="2400">
                <a:solidFill>
                  <a:srgbClr val="E7D7C1"/>
                </a:solidFill>
                <a:latin typeface="HGGothicE"/>
                <a:ea typeface="HGGothicE"/>
                <a:cs typeface="+mn-lt"/>
              </a:rPr>
              <a:t>.</a:t>
            </a:r>
            <a:endParaRPr lang="hu-HU">
              <a:latin typeface="HGGothicE"/>
              <a:ea typeface="HGGothicE"/>
            </a:endParaRPr>
          </a:p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94961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34A0540F-1F8C-7108-8E24-B626A74F2E35}"/>
              </a:ext>
            </a:extLst>
          </p:cNvPr>
          <p:cNvSpPr/>
          <p:nvPr/>
        </p:nvSpPr>
        <p:spPr>
          <a:xfrm>
            <a:off x="11538791" y="485204"/>
            <a:ext cx="603250" cy="814916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: lekerekített 11">
            <a:extLst>
              <a:ext uri="{FF2B5EF4-FFF2-40B4-BE49-F238E27FC236}">
                <a16:creationId xmlns:a16="http://schemas.microsoft.com/office/drawing/2014/main" id="{9248B279-1EA9-3ACA-2896-CA8FE5DF76D0}"/>
              </a:ext>
            </a:extLst>
          </p:cNvPr>
          <p:cNvSpPr/>
          <p:nvPr/>
        </p:nvSpPr>
        <p:spPr>
          <a:xfrm>
            <a:off x="-267891" y="1"/>
            <a:ext cx="12276666" cy="6858000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127E2458-722C-A9A2-E431-772C058D5809}"/>
              </a:ext>
            </a:extLst>
          </p:cNvPr>
          <p:cNvSpPr/>
          <p:nvPr/>
        </p:nvSpPr>
        <p:spPr>
          <a:xfrm>
            <a:off x="11402145" y="1027767"/>
            <a:ext cx="603250" cy="814916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: lekerekített 19">
            <a:extLst>
              <a:ext uri="{FF2B5EF4-FFF2-40B4-BE49-F238E27FC236}">
                <a16:creationId xmlns:a16="http://schemas.microsoft.com/office/drawing/2014/main" id="{156036DD-903D-F0A0-08E3-7AEB9904ECDA}"/>
              </a:ext>
            </a:extLst>
          </p:cNvPr>
          <p:cNvSpPr/>
          <p:nvPr/>
        </p:nvSpPr>
        <p:spPr>
          <a:xfrm>
            <a:off x="-106380" y="-9647"/>
            <a:ext cx="11959166" cy="6858000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Téglalap: lekerekített 23">
            <a:extLst>
              <a:ext uri="{FF2B5EF4-FFF2-40B4-BE49-F238E27FC236}">
                <a16:creationId xmlns:a16="http://schemas.microsoft.com/office/drawing/2014/main" id="{3B91BB6B-75F5-9D69-E4C3-B8FC1E9A8319}"/>
              </a:ext>
            </a:extLst>
          </p:cNvPr>
          <p:cNvSpPr/>
          <p:nvPr/>
        </p:nvSpPr>
        <p:spPr>
          <a:xfrm>
            <a:off x="-647902" y="-9646"/>
            <a:ext cx="12276665" cy="6858000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Téglalap: lekerekített 27">
            <a:extLst>
              <a:ext uri="{FF2B5EF4-FFF2-40B4-BE49-F238E27FC236}">
                <a16:creationId xmlns:a16="http://schemas.microsoft.com/office/drawing/2014/main" id="{652E82D2-F523-C47F-A2BD-3C762087BA21}"/>
              </a:ext>
            </a:extLst>
          </p:cNvPr>
          <p:cNvSpPr/>
          <p:nvPr/>
        </p:nvSpPr>
        <p:spPr>
          <a:xfrm>
            <a:off x="11236666" y="1585107"/>
            <a:ext cx="603250" cy="814916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" name="Téglalap: lekerekített 31">
            <a:extLst>
              <a:ext uri="{FF2B5EF4-FFF2-40B4-BE49-F238E27FC236}">
                <a16:creationId xmlns:a16="http://schemas.microsoft.com/office/drawing/2014/main" id="{9FB6AA77-4471-B459-0721-A5FA4017F773}"/>
              </a:ext>
            </a:extLst>
          </p:cNvPr>
          <p:cNvSpPr/>
          <p:nvPr/>
        </p:nvSpPr>
        <p:spPr>
          <a:xfrm>
            <a:off x="-941102" y="0"/>
            <a:ext cx="12276666" cy="6858000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6" name="Téglalap: lekerekített 35">
            <a:extLst>
              <a:ext uri="{FF2B5EF4-FFF2-40B4-BE49-F238E27FC236}">
                <a16:creationId xmlns:a16="http://schemas.microsoft.com/office/drawing/2014/main" id="{1200D514-2C0C-5853-F690-F9381864E767}"/>
              </a:ext>
            </a:extLst>
          </p:cNvPr>
          <p:cNvSpPr/>
          <p:nvPr/>
        </p:nvSpPr>
        <p:spPr>
          <a:xfrm>
            <a:off x="11041404" y="2288492"/>
            <a:ext cx="603250" cy="814916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Téglalap: lekerekített 22">
            <a:extLst>
              <a:ext uri="{FF2B5EF4-FFF2-40B4-BE49-F238E27FC236}">
                <a16:creationId xmlns:a16="http://schemas.microsoft.com/office/drawing/2014/main" id="{FBC2FF5C-1177-64FD-F773-690DB553A767}"/>
              </a:ext>
            </a:extLst>
          </p:cNvPr>
          <p:cNvSpPr/>
          <p:nvPr/>
        </p:nvSpPr>
        <p:spPr>
          <a:xfrm>
            <a:off x="-1243948" y="0"/>
            <a:ext cx="12276666" cy="6858000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" name="Téglalap: lekerekített 26">
            <a:extLst>
              <a:ext uri="{FF2B5EF4-FFF2-40B4-BE49-F238E27FC236}">
                <a16:creationId xmlns:a16="http://schemas.microsoft.com/office/drawing/2014/main" id="{3DD3E066-6D2E-C853-ED78-B8CDF181DFEA}"/>
              </a:ext>
            </a:extLst>
          </p:cNvPr>
          <p:cNvSpPr/>
          <p:nvPr/>
        </p:nvSpPr>
        <p:spPr>
          <a:xfrm>
            <a:off x="-1527255" y="0"/>
            <a:ext cx="4275666" cy="6858000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9" name="Téglalap: lekerekített 28">
            <a:extLst>
              <a:ext uri="{FF2B5EF4-FFF2-40B4-BE49-F238E27FC236}">
                <a16:creationId xmlns:a16="http://schemas.microsoft.com/office/drawing/2014/main" id="{01FE24F0-F9FC-B7E1-F506-D78CBD7170B3}"/>
              </a:ext>
            </a:extLst>
          </p:cNvPr>
          <p:cNvSpPr/>
          <p:nvPr/>
        </p:nvSpPr>
        <p:spPr>
          <a:xfrm>
            <a:off x="2521273" y="2610010"/>
            <a:ext cx="603250" cy="814916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" name="Téglalap: lekerekített 30">
            <a:extLst>
              <a:ext uri="{FF2B5EF4-FFF2-40B4-BE49-F238E27FC236}">
                <a16:creationId xmlns:a16="http://schemas.microsoft.com/office/drawing/2014/main" id="{90E6ACD5-9B87-BF82-7210-2EA0A843F05A}"/>
              </a:ext>
            </a:extLst>
          </p:cNvPr>
          <p:cNvSpPr/>
          <p:nvPr/>
        </p:nvSpPr>
        <p:spPr>
          <a:xfrm>
            <a:off x="-1751947" y="0"/>
            <a:ext cx="4275666" cy="6858000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3" name="Téglalap: lekerekített 32">
            <a:extLst>
              <a:ext uri="{FF2B5EF4-FFF2-40B4-BE49-F238E27FC236}">
                <a16:creationId xmlns:a16="http://schemas.microsoft.com/office/drawing/2014/main" id="{20C96EAF-883D-3922-765C-DCDD6523B612}"/>
              </a:ext>
            </a:extLst>
          </p:cNvPr>
          <p:cNvSpPr/>
          <p:nvPr/>
        </p:nvSpPr>
        <p:spPr>
          <a:xfrm>
            <a:off x="2296581" y="3332932"/>
            <a:ext cx="603250" cy="814916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5" name="Téglalap: lekerekített 34">
            <a:extLst>
              <a:ext uri="{FF2B5EF4-FFF2-40B4-BE49-F238E27FC236}">
                <a16:creationId xmlns:a16="http://schemas.microsoft.com/office/drawing/2014/main" id="{527E520D-0282-8E69-D609-E53FEFD5F0F5}"/>
              </a:ext>
            </a:extLst>
          </p:cNvPr>
          <p:cNvSpPr/>
          <p:nvPr/>
        </p:nvSpPr>
        <p:spPr>
          <a:xfrm>
            <a:off x="-2058864" y="-1"/>
            <a:ext cx="4275666" cy="6858000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7" name="Téglalap: lekerekített 36">
            <a:extLst>
              <a:ext uri="{FF2B5EF4-FFF2-40B4-BE49-F238E27FC236}">
                <a16:creationId xmlns:a16="http://schemas.microsoft.com/office/drawing/2014/main" id="{27D07E39-7BCD-739D-C660-7B85644C3081}"/>
              </a:ext>
            </a:extLst>
          </p:cNvPr>
          <p:cNvSpPr/>
          <p:nvPr/>
        </p:nvSpPr>
        <p:spPr>
          <a:xfrm>
            <a:off x="2000247" y="3957348"/>
            <a:ext cx="603250" cy="814916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9" name="Téglalap: lekerekített 38">
            <a:extLst>
              <a:ext uri="{FF2B5EF4-FFF2-40B4-BE49-F238E27FC236}">
                <a16:creationId xmlns:a16="http://schemas.microsoft.com/office/drawing/2014/main" id="{6560A512-2785-1B8A-5151-5541699D49D9}"/>
              </a:ext>
            </a:extLst>
          </p:cNvPr>
          <p:cNvSpPr/>
          <p:nvPr/>
        </p:nvSpPr>
        <p:spPr>
          <a:xfrm>
            <a:off x="-2355197" y="-2"/>
            <a:ext cx="4275666" cy="6858000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1" name="Téglalap: lekerekített 40">
            <a:extLst>
              <a:ext uri="{FF2B5EF4-FFF2-40B4-BE49-F238E27FC236}">
                <a16:creationId xmlns:a16="http://schemas.microsoft.com/office/drawing/2014/main" id="{C7F6275D-5628-8B42-81BC-33351D31D814}"/>
              </a:ext>
            </a:extLst>
          </p:cNvPr>
          <p:cNvSpPr/>
          <p:nvPr/>
        </p:nvSpPr>
        <p:spPr>
          <a:xfrm>
            <a:off x="1725080" y="4634681"/>
            <a:ext cx="603250" cy="814916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Téglalap: lekerekített 42">
            <a:extLst>
              <a:ext uri="{FF2B5EF4-FFF2-40B4-BE49-F238E27FC236}">
                <a16:creationId xmlns:a16="http://schemas.microsoft.com/office/drawing/2014/main" id="{E337A581-9BFE-E4EA-2C42-B2A108417FB5}"/>
              </a:ext>
            </a:extLst>
          </p:cNvPr>
          <p:cNvSpPr/>
          <p:nvPr/>
        </p:nvSpPr>
        <p:spPr>
          <a:xfrm>
            <a:off x="-2662113" y="-3"/>
            <a:ext cx="4275666" cy="6858000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5" name="Téglalap: lekerekített 44">
            <a:extLst>
              <a:ext uri="{FF2B5EF4-FFF2-40B4-BE49-F238E27FC236}">
                <a16:creationId xmlns:a16="http://schemas.microsoft.com/office/drawing/2014/main" id="{88BC46DC-DC55-770B-6E52-6B98CF68612D}"/>
              </a:ext>
            </a:extLst>
          </p:cNvPr>
          <p:cNvSpPr/>
          <p:nvPr/>
        </p:nvSpPr>
        <p:spPr>
          <a:xfrm>
            <a:off x="1428746" y="5343764"/>
            <a:ext cx="603250" cy="814916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Cím 1">
            <a:extLst>
              <a:ext uri="{FF2B5EF4-FFF2-40B4-BE49-F238E27FC236}">
                <a16:creationId xmlns:a16="http://schemas.microsoft.com/office/drawing/2014/main" id="{359A5A88-BEBC-7CAD-21A0-945013A13483}"/>
              </a:ext>
            </a:extLst>
          </p:cNvPr>
          <p:cNvSpPr txBox="1">
            <a:spLocks/>
          </p:cNvSpPr>
          <p:nvPr/>
        </p:nvSpPr>
        <p:spPr>
          <a:xfrm>
            <a:off x="2677922" y="348273"/>
            <a:ext cx="8345606" cy="136728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6600">
                <a:solidFill>
                  <a:srgbClr val="E7D7C1"/>
                </a:solidFill>
                <a:latin typeface="HGGothicE"/>
                <a:ea typeface="HGGothicE"/>
              </a:rPr>
              <a:t>Time </a:t>
            </a:r>
            <a:r>
              <a:rPr lang="hu-HU" sz="6600" err="1">
                <a:solidFill>
                  <a:srgbClr val="E7D7C1"/>
                </a:solidFill>
                <a:latin typeface="HGGothicE"/>
                <a:ea typeface="HGGothicE"/>
              </a:rPr>
              <a:t>investment</a:t>
            </a:r>
            <a:endParaRPr lang="hu-HU" sz="6600">
              <a:solidFill>
                <a:srgbClr val="E7D7C1"/>
              </a:solidFill>
              <a:latin typeface="HGGothicE"/>
              <a:ea typeface="HGGothicE"/>
            </a:endParaRPr>
          </a:p>
        </p:txBody>
      </p:sp>
      <p:sp>
        <p:nvSpPr>
          <p:cNvPr id="38" name="Téglalap: lekerekített 37">
            <a:extLst>
              <a:ext uri="{FF2B5EF4-FFF2-40B4-BE49-F238E27FC236}">
                <a16:creationId xmlns:a16="http://schemas.microsoft.com/office/drawing/2014/main" id="{3C3CD700-D2DF-BD17-8833-0F7981644566}"/>
              </a:ext>
            </a:extLst>
          </p:cNvPr>
          <p:cNvSpPr/>
          <p:nvPr/>
        </p:nvSpPr>
        <p:spPr>
          <a:xfrm>
            <a:off x="10742391" y="2838289"/>
            <a:ext cx="603250" cy="814916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5" name="Kép 4" descr="A képen diagram, szöveg, kör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3E618951-2487-8EAC-2B61-2DA049447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877" y="1437665"/>
            <a:ext cx="5070475" cy="5272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608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288F4B-DDE2-ED61-6759-78FC87B6C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5EA0F022-A9D7-827D-9365-BF28868B750D}"/>
              </a:ext>
            </a:extLst>
          </p:cNvPr>
          <p:cNvSpPr/>
          <p:nvPr/>
        </p:nvSpPr>
        <p:spPr>
          <a:xfrm>
            <a:off x="11538791" y="485204"/>
            <a:ext cx="603250" cy="814916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EECE58DC-BACB-0011-F019-CF03A28E55EB}"/>
              </a:ext>
            </a:extLst>
          </p:cNvPr>
          <p:cNvSpPr/>
          <p:nvPr/>
        </p:nvSpPr>
        <p:spPr>
          <a:xfrm>
            <a:off x="-267891" y="1"/>
            <a:ext cx="12276666" cy="6858000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E967379E-70E2-E0E9-CFC6-61790A07C2FF}"/>
              </a:ext>
            </a:extLst>
          </p:cNvPr>
          <p:cNvSpPr/>
          <p:nvPr/>
        </p:nvSpPr>
        <p:spPr>
          <a:xfrm>
            <a:off x="11402145" y="1027767"/>
            <a:ext cx="603250" cy="814916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: lekerekített 12">
            <a:extLst>
              <a:ext uri="{FF2B5EF4-FFF2-40B4-BE49-F238E27FC236}">
                <a16:creationId xmlns:a16="http://schemas.microsoft.com/office/drawing/2014/main" id="{8119F7B8-09AE-71CE-94E0-6D856F825AF1}"/>
              </a:ext>
            </a:extLst>
          </p:cNvPr>
          <p:cNvSpPr/>
          <p:nvPr/>
        </p:nvSpPr>
        <p:spPr>
          <a:xfrm>
            <a:off x="-106380" y="-9647"/>
            <a:ext cx="11959166" cy="6858000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81D6B487-1F86-2CCF-A1FA-16F2F0896E62}"/>
              </a:ext>
            </a:extLst>
          </p:cNvPr>
          <p:cNvSpPr/>
          <p:nvPr/>
        </p:nvSpPr>
        <p:spPr>
          <a:xfrm>
            <a:off x="-647902" y="-9646"/>
            <a:ext cx="12276665" cy="6858000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: lekerekített 19">
            <a:extLst>
              <a:ext uri="{FF2B5EF4-FFF2-40B4-BE49-F238E27FC236}">
                <a16:creationId xmlns:a16="http://schemas.microsoft.com/office/drawing/2014/main" id="{B4FCF669-FADE-FE11-A42C-57243EB9B961}"/>
              </a:ext>
            </a:extLst>
          </p:cNvPr>
          <p:cNvSpPr/>
          <p:nvPr/>
        </p:nvSpPr>
        <p:spPr>
          <a:xfrm>
            <a:off x="11236666" y="1585107"/>
            <a:ext cx="603250" cy="814916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Téglalap: lekerekített 23">
            <a:extLst>
              <a:ext uri="{FF2B5EF4-FFF2-40B4-BE49-F238E27FC236}">
                <a16:creationId xmlns:a16="http://schemas.microsoft.com/office/drawing/2014/main" id="{A8AEFD06-1C8B-6591-EDE4-A3DE023B3239}"/>
              </a:ext>
            </a:extLst>
          </p:cNvPr>
          <p:cNvSpPr/>
          <p:nvPr/>
        </p:nvSpPr>
        <p:spPr>
          <a:xfrm>
            <a:off x="-941102" y="0"/>
            <a:ext cx="12276666" cy="6858000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Téglalap: lekerekített 27">
            <a:extLst>
              <a:ext uri="{FF2B5EF4-FFF2-40B4-BE49-F238E27FC236}">
                <a16:creationId xmlns:a16="http://schemas.microsoft.com/office/drawing/2014/main" id="{2E2232AE-D01E-C3DB-7BA0-D79993EE677E}"/>
              </a:ext>
            </a:extLst>
          </p:cNvPr>
          <p:cNvSpPr/>
          <p:nvPr/>
        </p:nvSpPr>
        <p:spPr>
          <a:xfrm>
            <a:off x="11041404" y="2288492"/>
            <a:ext cx="603250" cy="814916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" name="Téglalap: lekerekített 31">
            <a:extLst>
              <a:ext uri="{FF2B5EF4-FFF2-40B4-BE49-F238E27FC236}">
                <a16:creationId xmlns:a16="http://schemas.microsoft.com/office/drawing/2014/main" id="{47E995E1-CB27-E3A9-5243-B8888EA8C6BA}"/>
              </a:ext>
            </a:extLst>
          </p:cNvPr>
          <p:cNvSpPr/>
          <p:nvPr/>
        </p:nvSpPr>
        <p:spPr>
          <a:xfrm>
            <a:off x="-1243948" y="0"/>
            <a:ext cx="12276666" cy="6858000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6" name="Téglalap: lekerekített 35">
            <a:extLst>
              <a:ext uri="{FF2B5EF4-FFF2-40B4-BE49-F238E27FC236}">
                <a16:creationId xmlns:a16="http://schemas.microsoft.com/office/drawing/2014/main" id="{5A5964F8-5240-D0AE-6368-0223CC853460}"/>
              </a:ext>
            </a:extLst>
          </p:cNvPr>
          <p:cNvSpPr/>
          <p:nvPr/>
        </p:nvSpPr>
        <p:spPr>
          <a:xfrm>
            <a:off x="10742391" y="2838289"/>
            <a:ext cx="603250" cy="814916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" name="Téglalap: lekerekített 26">
            <a:extLst>
              <a:ext uri="{FF2B5EF4-FFF2-40B4-BE49-F238E27FC236}">
                <a16:creationId xmlns:a16="http://schemas.microsoft.com/office/drawing/2014/main" id="{4E31FD8A-97E1-6FCA-E399-4EA0E3C726B8}"/>
              </a:ext>
            </a:extLst>
          </p:cNvPr>
          <p:cNvSpPr/>
          <p:nvPr/>
        </p:nvSpPr>
        <p:spPr>
          <a:xfrm>
            <a:off x="-1527255" y="0"/>
            <a:ext cx="12296204" cy="6858000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9" name="Téglalap: lekerekített 28">
            <a:extLst>
              <a:ext uri="{FF2B5EF4-FFF2-40B4-BE49-F238E27FC236}">
                <a16:creationId xmlns:a16="http://schemas.microsoft.com/office/drawing/2014/main" id="{4A10B7EC-308E-3721-6DAF-4198B1A2CF89}"/>
              </a:ext>
            </a:extLst>
          </p:cNvPr>
          <p:cNvSpPr/>
          <p:nvPr/>
        </p:nvSpPr>
        <p:spPr>
          <a:xfrm>
            <a:off x="10541811" y="3420238"/>
            <a:ext cx="603250" cy="814916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" name="Téglalap: lekerekített 30">
            <a:extLst>
              <a:ext uri="{FF2B5EF4-FFF2-40B4-BE49-F238E27FC236}">
                <a16:creationId xmlns:a16="http://schemas.microsoft.com/office/drawing/2014/main" id="{48C4F956-A6E6-2C52-1DD6-F1F72E2FF0D6}"/>
              </a:ext>
            </a:extLst>
          </p:cNvPr>
          <p:cNvSpPr/>
          <p:nvPr/>
        </p:nvSpPr>
        <p:spPr>
          <a:xfrm>
            <a:off x="-1751947" y="0"/>
            <a:ext cx="4275666" cy="6858000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3" name="Téglalap: lekerekített 32">
            <a:extLst>
              <a:ext uri="{FF2B5EF4-FFF2-40B4-BE49-F238E27FC236}">
                <a16:creationId xmlns:a16="http://schemas.microsoft.com/office/drawing/2014/main" id="{A9437190-0503-E955-6903-0059E3C698F8}"/>
              </a:ext>
            </a:extLst>
          </p:cNvPr>
          <p:cNvSpPr/>
          <p:nvPr/>
        </p:nvSpPr>
        <p:spPr>
          <a:xfrm>
            <a:off x="2296581" y="3332932"/>
            <a:ext cx="603250" cy="814916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5" name="Téglalap: lekerekített 34">
            <a:extLst>
              <a:ext uri="{FF2B5EF4-FFF2-40B4-BE49-F238E27FC236}">
                <a16:creationId xmlns:a16="http://schemas.microsoft.com/office/drawing/2014/main" id="{99C55224-7A1A-EE8B-37EB-107026EB8E46}"/>
              </a:ext>
            </a:extLst>
          </p:cNvPr>
          <p:cNvSpPr/>
          <p:nvPr/>
        </p:nvSpPr>
        <p:spPr>
          <a:xfrm>
            <a:off x="-2058864" y="-1"/>
            <a:ext cx="4275666" cy="6858000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7" name="Téglalap: lekerekített 36">
            <a:extLst>
              <a:ext uri="{FF2B5EF4-FFF2-40B4-BE49-F238E27FC236}">
                <a16:creationId xmlns:a16="http://schemas.microsoft.com/office/drawing/2014/main" id="{2E98E54C-EC5E-3B49-66C7-18FCD4BED709}"/>
              </a:ext>
            </a:extLst>
          </p:cNvPr>
          <p:cNvSpPr/>
          <p:nvPr/>
        </p:nvSpPr>
        <p:spPr>
          <a:xfrm>
            <a:off x="2000247" y="3957348"/>
            <a:ext cx="603250" cy="814916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9" name="Téglalap: lekerekített 38">
            <a:extLst>
              <a:ext uri="{FF2B5EF4-FFF2-40B4-BE49-F238E27FC236}">
                <a16:creationId xmlns:a16="http://schemas.microsoft.com/office/drawing/2014/main" id="{758ACDBF-A4B8-1219-64AC-9C8F94691F08}"/>
              </a:ext>
            </a:extLst>
          </p:cNvPr>
          <p:cNvSpPr/>
          <p:nvPr/>
        </p:nvSpPr>
        <p:spPr>
          <a:xfrm>
            <a:off x="-2355197" y="-2"/>
            <a:ext cx="4275666" cy="6858000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1" name="Téglalap: lekerekített 40">
            <a:extLst>
              <a:ext uri="{FF2B5EF4-FFF2-40B4-BE49-F238E27FC236}">
                <a16:creationId xmlns:a16="http://schemas.microsoft.com/office/drawing/2014/main" id="{31E544D7-3232-A921-0508-1A2025B62AC7}"/>
              </a:ext>
            </a:extLst>
          </p:cNvPr>
          <p:cNvSpPr/>
          <p:nvPr/>
        </p:nvSpPr>
        <p:spPr>
          <a:xfrm>
            <a:off x="1725080" y="4634681"/>
            <a:ext cx="603250" cy="814916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Téglalap: lekerekített 42">
            <a:extLst>
              <a:ext uri="{FF2B5EF4-FFF2-40B4-BE49-F238E27FC236}">
                <a16:creationId xmlns:a16="http://schemas.microsoft.com/office/drawing/2014/main" id="{B693EB50-5EF8-8264-F5B9-DB704B5AE5A1}"/>
              </a:ext>
            </a:extLst>
          </p:cNvPr>
          <p:cNvSpPr/>
          <p:nvPr/>
        </p:nvSpPr>
        <p:spPr>
          <a:xfrm>
            <a:off x="-2662113" y="-3"/>
            <a:ext cx="4275666" cy="6858000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5" name="Téglalap: lekerekített 44">
            <a:extLst>
              <a:ext uri="{FF2B5EF4-FFF2-40B4-BE49-F238E27FC236}">
                <a16:creationId xmlns:a16="http://schemas.microsoft.com/office/drawing/2014/main" id="{E8125520-5D95-7316-B3B8-E4DC09126AF4}"/>
              </a:ext>
            </a:extLst>
          </p:cNvPr>
          <p:cNvSpPr/>
          <p:nvPr/>
        </p:nvSpPr>
        <p:spPr>
          <a:xfrm>
            <a:off x="1428746" y="5343764"/>
            <a:ext cx="603250" cy="814916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Cím 1">
            <a:extLst>
              <a:ext uri="{FF2B5EF4-FFF2-40B4-BE49-F238E27FC236}">
                <a16:creationId xmlns:a16="http://schemas.microsoft.com/office/drawing/2014/main" id="{7ECD9BA8-8BAC-6044-0243-29C4E7030E1E}"/>
              </a:ext>
            </a:extLst>
          </p:cNvPr>
          <p:cNvSpPr txBox="1">
            <a:spLocks/>
          </p:cNvSpPr>
          <p:nvPr/>
        </p:nvSpPr>
        <p:spPr>
          <a:xfrm>
            <a:off x="3618210" y="279888"/>
            <a:ext cx="5786068" cy="131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6600">
                <a:solidFill>
                  <a:srgbClr val="735751"/>
                </a:solidFill>
                <a:latin typeface="HGGothicE"/>
                <a:ea typeface="HGGothicE"/>
              </a:rPr>
              <a:t>Design</a:t>
            </a:r>
            <a:r>
              <a:rPr lang="hu-HU" sz="6600">
                <a:solidFill>
                  <a:srgbClr val="E7D7C1"/>
                </a:solidFill>
                <a:latin typeface="HGGothicE"/>
                <a:ea typeface="HGGothicE"/>
              </a:rPr>
              <a:t> </a:t>
            </a:r>
            <a:r>
              <a:rPr lang="hu-HU" sz="6600" err="1">
                <a:solidFill>
                  <a:srgbClr val="E7D7C1"/>
                </a:solidFill>
                <a:latin typeface="HGGothicE"/>
                <a:ea typeface="HGGothicE"/>
              </a:rPr>
              <a:t>inDEvestment</a:t>
            </a:r>
            <a:endParaRPr lang="hu-HU" sz="6600">
              <a:solidFill>
                <a:srgbClr val="E7D7C1"/>
              </a:solidFill>
              <a:latin typeface="HGGothicE"/>
              <a:ea typeface="HGGothicE"/>
            </a:endParaRPr>
          </a:p>
        </p:txBody>
      </p:sp>
      <p:pic>
        <p:nvPicPr>
          <p:cNvPr id="12" name="Kép 11" descr="A képen szöveg, képernyőkép, Grafikus tervezés, Emberi arc látható&#10;&#10;Lehet, hogy az AI által létrehozott tartalom helytelen.">
            <a:extLst>
              <a:ext uri="{FF2B5EF4-FFF2-40B4-BE49-F238E27FC236}">
                <a16:creationId xmlns:a16="http://schemas.microsoft.com/office/drawing/2014/main" id="{3D326C1C-0129-D8E0-B543-1AFBF572D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4349" y="1532670"/>
            <a:ext cx="6743456" cy="485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9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F576D0-28B6-AA6D-9E9F-8D2731B93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A208DEE1-AF55-620C-2CFA-3127FB639518}"/>
              </a:ext>
            </a:extLst>
          </p:cNvPr>
          <p:cNvSpPr/>
          <p:nvPr/>
        </p:nvSpPr>
        <p:spPr>
          <a:xfrm>
            <a:off x="11538791" y="485204"/>
            <a:ext cx="603250" cy="814916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0B52C0E2-C242-857D-D5F5-F29C4FD9E41D}"/>
              </a:ext>
            </a:extLst>
          </p:cNvPr>
          <p:cNvSpPr/>
          <p:nvPr/>
        </p:nvSpPr>
        <p:spPr>
          <a:xfrm>
            <a:off x="-267891" y="1"/>
            <a:ext cx="12276666" cy="6858000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737D062A-BC27-3415-38E6-BFBC1E6000BE}"/>
              </a:ext>
            </a:extLst>
          </p:cNvPr>
          <p:cNvSpPr/>
          <p:nvPr/>
        </p:nvSpPr>
        <p:spPr>
          <a:xfrm>
            <a:off x="11402145" y="1027767"/>
            <a:ext cx="603250" cy="814916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: lekerekített 12">
            <a:extLst>
              <a:ext uri="{FF2B5EF4-FFF2-40B4-BE49-F238E27FC236}">
                <a16:creationId xmlns:a16="http://schemas.microsoft.com/office/drawing/2014/main" id="{5CF5E581-AC1A-0B2B-8070-3FEC2C477731}"/>
              </a:ext>
            </a:extLst>
          </p:cNvPr>
          <p:cNvSpPr/>
          <p:nvPr/>
        </p:nvSpPr>
        <p:spPr>
          <a:xfrm>
            <a:off x="-106380" y="-9647"/>
            <a:ext cx="11959166" cy="6858000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11A141AC-94DC-FB39-8E5E-98C633FCAC1E}"/>
              </a:ext>
            </a:extLst>
          </p:cNvPr>
          <p:cNvSpPr/>
          <p:nvPr/>
        </p:nvSpPr>
        <p:spPr>
          <a:xfrm>
            <a:off x="-647902" y="-9646"/>
            <a:ext cx="12276665" cy="6858000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: lekerekített 19">
            <a:extLst>
              <a:ext uri="{FF2B5EF4-FFF2-40B4-BE49-F238E27FC236}">
                <a16:creationId xmlns:a16="http://schemas.microsoft.com/office/drawing/2014/main" id="{5D9F320C-07B3-CA44-1101-CD85DF1E220A}"/>
              </a:ext>
            </a:extLst>
          </p:cNvPr>
          <p:cNvSpPr/>
          <p:nvPr/>
        </p:nvSpPr>
        <p:spPr>
          <a:xfrm>
            <a:off x="11236666" y="1585107"/>
            <a:ext cx="603250" cy="814916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Téglalap: lekerekített 23">
            <a:extLst>
              <a:ext uri="{FF2B5EF4-FFF2-40B4-BE49-F238E27FC236}">
                <a16:creationId xmlns:a16="http://schemas.microsoft.com/office/drawing/2014/main" id="{5C191415-5DF5-6CA2-56DF-04C3D631E476}"/>
              </a:ext>
            </a:extLst>
          </p:cNvPr>
          <p:cNvSpPr/>
          <p:nvPr/>
        </p:nvSpPr>
        <p:spPr>
          <a:xfrm>
            <a:off x="-941102" y="0"/>
            <a:ext cx="12276666" cy="6858000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Téglalap: lekerekített 27">
            <a:extLst>
              <a:ext uri="{FF2B5EF4-FFF2-40B4-BE49-F238E27FC236}">
                <a16:creationId xmlns:a16="http://schemas.microsoft.com/office/drawing/2014/main" id="{53FDC5E8-0104-E64D-47E1-557A8E84683A}"/>
              </a:ext>
            </a:extLst>
          </p:cNvPr>
          <p:cNvSpPr/>
          <p:nvPr/>
        </p:nvSpPr>
        <p:spPr>
          <a:xfrm>
            <a:off x="11041404" y="2288492"/>
            <a:ext cx="603250" cy="814916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" name="Téglalap: lekerekített 31">
            <a:extLst>
              <a:ext uri="{FF2B5EF4-FFF2-40B4-BE49-F238E27FC236}">
                <a16:creationId xmlns:a16="http://schemas.microsoft.com/office/drawing/2014/main" id="{B3E188FB-2E13-EDF2-3168-5502EB9A741C}"/>
              </a:ext>
            </a:extLst>
          </p:cNvPr>
          <p:cNvSpPr/>
          <p:nvPr/>
        </p:nvSpPr>
        <p:spPr>
          <a:xfrm>
            <a:off x="-1243948" y="0"/>
            <a:ext cx="12276666" cy="6858000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6" name="Téglalap: lekerekített 35">
            <a:extLst>
              <a:ext uri="{FF2B5EF4-FFF2-40B4-BE49-F238E27FC236}">
                <a16:creationId xmlns:a16="http://schemas.microsoft.com/office/drawing/2014/main" id="{6A01C631-1112-D76E-A0FA-83ECEE7BF745}"/>
              </a:ext>
            </a:extLst>
          </p:cNvPr>
          <p:cNvSpPr/>
          <p:nvPr/>
        </p:nvSpPr>
        <p:spPr>
          <a:xfrm>
            <a:off x="10742391" y="2838289"/>
            <a:ext cx="603250" cy="814916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Téglalap: lekerekített 39">
            <a:extLst>
              <a:ext uri="{FF2B5EF4-FFF2-40B4-BE49-F238E27FC236}">
                <a16:creationId xmlns:a16="http://schemas.microsoft.com/office/drawing/2014/main" id="{3AFB4005-706D-42AA-865F-5C3068504F37}"/>
              </a:ext>
            </a:extLst>
          </p:cNvPr>
          <p:cNvSpPr/>
          <p:nvPr/>
        </p:nvSpPr>
        <p:spPr>
          <a:xfrm>
            <a:off x="-1527255" y="0"/>
            <a:ext cx="12296204" cy="6858000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4" name="Téglalap: lekerekített 43">
            <a:extLst>
              <a:ext uri="{FF2B5EF4-FFF2-40B4-BE49-F238E27FC236}">
                <a16:creationId xmlns:a16="http://schemas.microsoft.com/office/drawing/2014/main" id="{A5D6E41C-6217-3D49-1B85-D994F6E27E58}"/>
              </a:ext>
            </a:extLst>
          </p:cNvPr>
          <p:cNvSpPr/>
          <p:nvPr/>
        </p:nvSpPr>
        <p:spPr>
          <a:xfrm>
            <a:off x="10541811" y="3420238"/>
            <a:ext cx="603250" cy="814916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" name="Téglalap: lekerekített 30">
            <a:extLst>
              <a:ext uri="{FF2B5EF4-FFF2-40B4-BE49-F238E27FC236}">
                <a16:creationId xmlns:a16="http://schemas.microsoft.com/office/drawing/2014/main" id="{3D0B8893-DF1A-F99F-4EC5-7E8C983D479B}"/>
              </a:ext>
            </a:extLst>
          </p:cNvPr>
          <p:cNvSpPr/>
          <p:nvPr/>
        </p:nvSpPr>
        <p:spPr>
          <a:xfrm>
            <a:off x="-1751947" y="0"/>
            <a:ext cx="4275666" cy="6858000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3" name="Téglalap: lekerekített 32">
            <a:extLst>
              <a:ext uri="{FF2B5EF4-FFF2-40B4-BE49-F238E27FC236}">
                <a16:creationId xmlns:a16="http://schemas.microsoft.com/office/drawing/2014/main" id="{DFA09A81-6841-9B29-E50A-B0524B349687}"/>
              </a:ext>
            </a:extLst>
          </p:cNvPr>
          <p:cNvSpPr/>
          <p:nvPr/>
        </p:nvSpPr>
        <p:spPr>
          <a:xfrm>
            <a:off x="2296581" y="3332932"/>
            <a:ext cx="603250" cy="814916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5" name="Téglalap: lekerekített 34">
            <a:extLst>
              <a:ext uri="{FF2B5EF4-FFF2-40B4-BE49-F238E27FC236}">
                <a16:creationId xmlns:a16="http://schemas.microsoft.com/office/drawing/2014/main" id="{F87505E0-BA8F-6F7D-BEA4-25A207556897}"/>
              </a:ext>
            </a:extLst>
          </p:cNvPr>
          <p:cNvSpPr/>
          <p:nvPr/>
        </p:nvSpPr>
        <p:spPr>
          <a:xfrm>
            <a:off x="-2058864" y="-1"/>
            <a:ext cx="4275666" cy="6858000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7" name="Téglalap: lekerekített 36">
            <a:extLst>
              <a:ext uri="{FF2B5EF4-FFF2-40B4-BE49-F238E27FC236}">
                <a16:creationId xmlns:a16="http://schemas.microsoft.com/office/drawing/2014/main" id="{110D6C23-5CF1-5102-BF62-71E7509D24EA}"/>
              </a:ext>
            </a:extLst>
          </p:cNvPr>
          <p:cNvSpPr/>
          <p:nvPr/>
        </p:nvSpPr>
        <p:spPr>
          <a:xfrm>
            <a:off x="2000247" y="3957348"/>
            <a:ext cx="603250" cy="814916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9" name="Téglalap: lekerekített 38">
            <a:extLst>
              <a:ext uri="{FF2B5EF4-FFF2-40B4-BE49-F238E27FC236}">
                <a16:creationId xmlns:a16="http://schemas.microsoft.com/office/drawing/2014/main" id="{89231521-53E4-DF44-EAC0-D4B7ABCF3B7E}"/>
              </a:ext>
            </a:extLst>
          </p:cNvPr>
          <p:cNvSpPr/>
          <p:nvPr/>
        </p:nvSpPr>
        <p:spPr>
          <a:xfrm>
            <a:off x="-2355197" y="-2"/>
            <a:ext cx="4275666" cy="6858000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1" name="Téglalap: lekerekített 40">
            <a:extLst>
              <a:ext uri="{FF2B5EF4-FFF2-40B4-BE49-F238E27FC236}">
                <a16:creationId xmlns:a16="http://schemas.microsoft.com/office/drawing/2014/main" id="{01544B8C-32B4-F63C-7A1D-3ADCF627CE33}"/>
              </a:ext>
            </a:extLst>
          </p:cNvPr>
          <p:cNvSpPr/>
          <p:nvPr/>
        </p:nvSpPr>
        <p:spPr>
          <a:xfrm>
            <a:off x="1725080" y="4634681"/>
            <a:ext cx="603250" cy="814916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Téglalap: lekerekített 42">
            <a:extLst>
              <a:ext uri="{FF2B5EF4-FFF2-40B4-BE49-F238E27FC236}">
                <a16:creationId xmlns:a16="http://schemas.microsoft.com/office/drawing/2014/main" id="{9BF58E99-24E1-5F15-2E38-7CFD7AF09341}"/>
              </a:ext>
            </a:extLst>
          </p:cNvPr>
          <p:cNvSpPr/>
          <p:nvPr/>
        </p:nvSpPr>
        <p:spPr>
          <a:xfrm>
            <a:off x="-2662113" y="-3"/>
            <a:ext cx="4275666" cy="6858000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5" name="Téglalap: lekerekített 44">
            <a:extLst>
              <a:ext uri="{FF2B5EF4-FFF2-40B4-BE49-F238E27FC236}">
                <a16:creationId xmlns:a16="http://schemas.microsoft.com/office/drawing/2014/main" id="{A1DF5F13-B0DA-CC76-C62B-A7EDB811C2D1}"/>
              </a:ext>
            </a:extLst>
          </p:cNvPr>
          <p:cNvSpPr/>
          <p:nvPr/>
        </p:nvSpPr>
        <p:spPr>
          <a:xfrm>
            <a:off x="1428746" y="5343764"/>
            <a:ext cx="603250" cy="814916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Cím 1">
            <a:extLst>
              <a:ext uri="{FF2B5EF4-FFF2-40B4-BE49-F238E27FC236}">
                <a16:creationId xmlns:a16="http://schemas.microsoft.com/office/drawing/2014/main" id="{EDDCD759-74DC-2CD0-9BEB-C5970A56486F}"/>
              </a:ext>
            </a:extLst>
          </p:cNvPr>
          <p:cNvSpPr txBox="1">
            <a:spLocks/>
          </p:cNvSpPr>
          <p:nvPr/>
        </p:nvSpPr>
        <p:spPr>
          <a:xfrm>
            <a:off x="3618210" y="279888"/>
            <a:ext cx="5786068" cy="131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6600">
                <a:solidFill>
                  <a:srgbClr val="735751"/>
                </a:solidFill>
                <a:latin typeface="HGGothicE"/>
                <a:ea typeface="HGGothicE"/>
              </a:rPr>
              <a:t>Design</a:t>
            </a:r>
            <a:r>
              <a:rPr lang="hu-HU" sz="6600">
                <a:solidFill>
                  <a:srgbClr val="E7D7C1"/>
                </a:solidFill>
                <a:latin typeface="HGGothicE"/>
                <a:ea typeface="HGGothicE"/>
              </a:rPr>
              <a:t> </a:t>
            </a:r>
            <a:r>
              <a:rPr lang="hu-HU" sz="6600" err="1">
                <a:solidFill>
                  <a:srgbClr val="E7D7C1"/>
                </a:solidFill>
                <a:latin typeface="HGGothicE"/>
                <a:ea typeface="HGGothicE"/>
              </a:rPr>
              <a:t>inDEvestment</a:t>
            </a:r>
            <a:endParaRPr lang="hu-HU" sz="6600">
              <a:solidFill>
                <a:srgbClr val="E7D7C1"/>
              </a:solidFill>
              <a:latin typeface="HGGothicE"/>
              <a:ea typeface="HGGothicE"/>
            </a:endParaRPr>
          </a:p>
        </p:txBody>
      </p:sp>
      <p:pic>
        <p:nvPicPr>
          <p:cNvPr id="2" name="Kép 1" descr="A képen szöveg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16659210-56E1-9438-63CC-F8257ED0B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9587" y="1596048"/>
            <a:ext cx="6743212" cy="4847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463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E4339A-D0ED-14F5-0289-635F87074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D5216C6E-7BC5-1A26-7AA8-4F4CBC3D4C0D}"/>
              </a:ext>
            </a:extLst>
          </p:cNvPr>
          <p:cNvSpPr/>
          <p:nvPr/>
        </p:nvSpPr>
        <p:spPr>
          <a:xfrm>
            <a:off x="11538791" y="485204"/>
            <a:ext cx="603250" cy="814916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499A52BB-B5CD-8D95-1AFC-9E35F47F3257}"/>
              </a:ext>
            </a:extLst>
          </p:cNvPr>
          <p:cNvSpPr/>
          <p:nvPr/>
        </p:nvSpPr>
        <p:spPr>
          <a:xfrm>
            <a:off x="-267891" y="1"/>
            <a:ext cx="12276666" cy="6858000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A437FA2A-B9A4-2AED-D39C-71236CF26E49}"/>
              </a:ext>
            </a:extLst>
          </p:cNvPr>
          <p:cNvSpPr/>
          <p:nvPr/>
        </p:nvSpPr>
        <p:spPr>
          <a:xfrm>
            <a:off x="11402145" y="1027767"/>
            <a:ext cx="603250" cy="814916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: lekerekített 12">
            <a:extLst>
              <a:ext uri="{FF2B5EF4-FFF2-40B4-BE49-F238E27FC236}">
                <a16:creationId xmlns:a16="http://schemas.microsoft.com/office/drawing/2014/main" id="{3B37FCC7-8650-D53B-1C27-82E9D5DFC797}"/>
              </a:ext>
            </a:extLst>
          </p:cNvPr>
          <p:cNvSpPr/>
          <p:nvPr/>
        </p:nvSpPr>
        <p:spPr>
          <a:xfrm>
            <a:off x="-106380" y="-9647"/>
            <a:ext cx="11959166" cy="6858000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9F6F79F8-0EA8-CACF-F9A1-8F50B12E2942}"/>
              </a:ext>
            </a:extLst>
          </p:cNvPr>
          <p:cNvSpPr/>
          <p:nvPr/>
        </p:nvSpPr>
        <p:spPr>
          <a:xfrm>
            <a:off x="-647902" y="-9646"/>
            <a:ext cx="12276665" cy="6858000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: lekerekített 19">
            <a:extLst>
              <a:ext uri="{FF2B5EF4-FFF2-40B4-BE49-F238E27FC236}">
                <a16:creationId xmlns:a16="http://schemas.microsoft.com/office/drawing/2014/main" id="{5FD3F0C6-C8AB-A2DB-8601-7CA06E233DCE}"/>
              </a:ext>
            </a:extLst>
          </p:cNvPr>
          <p:cNvSpPr/>
          <p:nvPr/>
        </p:nvSpPr>
        <p:spPr>
          <a:xfrm>
            <a:off x="11236666" y="1585107"/>
            <a:ext cx="603250" cy="814916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Téglalap: lekerekített 23">
            <a:extLst>
              <a:ext uri="{FF2B5EF4-FFF2-40B4-BE49-F238E27FC236}">
                <a16:creationId xmlns:a16="http://schemas.microsoft.com/office/drawing/2014/main" id="{D077DBDB-1C72-25F4-1506-54C89E3F4FA1}"/>
              </a:ext>
            </a:extLst>
          </p:cNvPr>
          <p:cNvSpPr/>
          <p:nvPr/>
        </p:nvSpPr>
        <p:spPr>
          <a:xfrm>
            <a:off x="-941102" y="0"/>
            <a:ext cx="12276666" cy="6858000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Téglalap: lekerekített 27">
            <a:extLst>
              <a:ext uri="{FF2B5EF4-FFF2-40B4-BE49-F238E27FC236}">
                <a16:creationId xmlns:a16="http://schemas.microsoft.com/office/drawing/2014/main" id="{81231496-C4CB-7464-10FB-6DF0BCA9375D}"/>
              </a:ext>
            </a:extLst>
          </p:cNvPr>
          <p:cNvSpPr/>
          <p:nvPr/>
        </p:nvSpPr>
        <p:spPr>
          <a:xfrm>
            <a:off x="11041404" y="2288492"/>
            <a:ext cx="603250" cy="814916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" name="Téglalap: lekerekített 31">
            <a:extLst>
              <a:ext uri="{FF2B5EF4-FFF2-40B4-BE49-F238E27FC236}">
                <a16:creationId xmlns:a16="http://schemas.microsoft.com/office/drawing/2014/main" id="{C6839000-ED6F-8944-5010-FDD6FDB4F225}"/>
              </a:ext>
            </a:extLst>
          </p:cNvPr>
          <p:cNvSpPr/>
          <p:nvPr/>
        </p:nvSpPr>
        <p:spPr>
          <a:xfrm>
            <a:off x="-1243948" y="0"/>
            <a:ext cx="12276666" cy="6858000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6" name="Téglalap: lekerekített 35">
            <a:extLst>
              <a:ext uri="{FF2B5EF4-FFF2-40B4-BE49-F238E27FC236}">
                <a16:creationId xmlns:a16="http://schemas.microsoft.com/office/drawing/2014/main" id="{6312EC7C-ED21-9497-B5E7-7EE34F88DE81}"/>
              </a:ext>
            </a:extLst>
          </p:cNvPr>
          <p:cNvSpPr/>
          <p:nvPr/>
        </p:nvSpPr>
        <p:spPr>
          <a:xfrm>
            <a:off x="10742391" y="2838289"/>
            <a:ext cx="603250" cy="814916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Téglalap: lekerekített 39">
            <a:extLst>
              <a:ext uri="{FF2B5EF4-FFF2-40B4-BE49-F238E27FC236}">
                <a16:creationId xmlns:a16="http://schemas.microsoft.com/office/drawing/2014/main" id="{199A095A-3AD8-FFB1-9B30-2C7169C76B78}"/>
              </a:ext>
            </a:extLst>
          </p:cNvPr>
          <p:cNvSpPr/>
          <p:nvPr/>
        </p:nvSpPr>
        <p:spPr>
          <a:xfrm>
            <a:off x="-1527255" y="0"/>
            <a:ext cx="12296204" cy="6858000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4" name="Téglalap: lekerekített 43">
            <a:extLst>
              <a:ext uri="{FF2B5EF4-FFF2-40B4-BE49-F238E27FC236}">
                <a16:creationId xmlns:a16="http://schemas.microsoft.com/office/drawing/2014/main" id="{6ECB6ACC-B841-7A2E-3750-204ACFC66FAF}"/>
              </a:ext>
            </a:extLst>
          </p:cNvPr>
          <p:cNvSpPr/>
          <p:nvPr/>
        </p:nvSpPr>
        <p:spPr>
          <a:xfrm>
            <a:off x="10541811" y="3420238"/>
            <a:ext cx="603250" cy="814916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" name="Téglalap: lekerekített 30">
            <a:extLst>
              <a:ext uri="{FF2B5EF4-FFF2-40B4-BE49-F238E27FC236}">
                <a16:creationId xmlns:a16="http://schemas.microsoft.com/office/drawing/2014/main" id="{FCAC228E-3C26-8B50-3B89-A641EC7E5545}"/>
              </a:ext>
            </a:extLst>
          </p:cNvPr>
          <p:cNvSpPr/>
          <p:nvPr/>
        </p:nvSpPr>
        <p:spPr>
          <a:xfrm>
            <a:off x="-1751947" y="0"/>
            <a:ext cx="4275666" cy="6858000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3" name="Téglalap: lekerekített 32">
            <a:extLst>
              <a:ext uri="{FF2B5EF4-FFF2-40B4-BE49-F238E27FC236}">
                <a16:creationId xmlns:a16="http://schemas.microsoft.com/office/drawing/2014/main" id="{AAC270D2-D4AA-0CF2-874B-B0C6D7DCBB4D}"/>
              </a:ext>
            </a:extLst>
          </p:cNvPr>
          <p:cNvSpPr/>
          <p:nvPr/>
        </p:nvSpPr>
        <p:spPr>
          <a:xfrm>
            <a:off x="2296581" y="3332932"/>
            <a:ext cx="603250" cy="814916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5" name="Téglalap: lekerekített 34">
            <a:extLst>
              <a:ext uri="{FF2B5EF4-FFF2-40B4-BE49-F238E27FC236}">
                <a16:creationId xmlns:a16="http://schemas.microsoft.com/office/drawing/2014/main" id="{1ADD2512-9DCD-F085-48AE-61779662C62F}"/>
              </a:ext>
            </a:extLst>
          </p:cNvPr>
          <p:cNvSpPr/>
          <p:nvPr/>
        </p:nvSpPr>
        <p:spPr>
          <a:xfrm>
            <a:off x="-2058864" y="-1"/>
            <a:ext cx="4275666" cy="6858000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7" name="Téglalap: lekerekített 36">
            <a:extLst>
              <a:ext uri="{FF2B5EF4-FFF2-40B4-BE49-F238E27FC236}">
                <a16:creationId xmlns:a16="http://schemas.microsoft.com/office/drawing/2014/main" id="{605EA14D-9E0B-892B-BBDF-DF1939B6C5E1}"/>
              </a:ext>
            </a:extLst>
          </p:cNvPr>
          <p:cNvSpPr/>
          <p:nvPr/>
        </p:nvSpPr>
        <p:spPr>
          <a:xfrm>
            <a:off x="2000247" y="3957348"/>
            <a:ext cx="603250" cy="814916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9" name="Téglalap: lekerekített 38">
            <a:extLst>
              <a:ext uri="{FF2B5EF4-FFF2-40B4-BE49-F238E27FC236}">
                <a16:creationId xmlns:a16="http://schemas.microsoft.com/office/drawing/2014/main" id="{CDEFA5B7-FC37-BD03-6C82-89EAAF44EE01}"/>
              </a:ext>
            </a:extLst>
          </p:cNvPr>
          <p:cNvSpPr/>
          <p:nvPr/>
        </p:nvSpPr>
        <p:spPr>
          <a:xfrm>
            <a:off x="-2355197" y="-2"/>
            <a:ext cx="4275666" cy="6858000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1" name="Téglalap: lekerekített 40">
            <a:extLst>
              <a:ext uri="{FF2B5EF4-FFF2-40B4-BE49-F238E27FC236}">
                <a16:creationId xmlns:a16="http://schemas.microsoft.com/office/drawing/2014/main" id="{2D7A0C3D-2153-A517-E86A-556F94D76166}"/>
              </a:ext>
            </a:extLst>
          </p:cNvPr>
          <p:cNvSpPr/>
          <p:nvPr/>
        </p:nvSpPr>
        <p:spPr>
          <a:xfrm>
            <a:off x="1725080" y="4634681"/>
            <a:ext cx="603250" cy="814916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Téglalap: lekerekített 42">
            <a:extLst>
              <a:ext uri="{FF2B5EF4-FFF2-40B4-BE49-F238E27FC236}">
                <a16:creationId xmlns:a16="http://schemas.microsoft.com/office/drawing/2014/main" id="{7FFD136A-A9AF-E45C-A02F-23FCF94E936D}"/>
              </a:ext>
            </a:extLst>
          </p:cNvPr>
          <p:cNvSpPr/>
          <p:nvPr/>
        </p:nvSpPr>
        <p:spPr>
          <a:xfrm>
            <a:off x="-2662113" y="-3"/>
            <a:ext cx="4275666" cy="6858000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5" name="Téglalap: lekerekített 44">
            <a:extLst>
              <a:ext uri="{FF2B5EF4-FFF2-40B4-BE49-F238E27FC236}">
                <a16:creationId xmlns:a16="http://schemas.microsoft.com/office/drawing/2014/main" id="{31E08A7A-7183-CF00-F978-1ACA1AFDD8C5}"/>
              </a:ext>
            </a:extLst>
          </p:cNvPr>
          <p:cNvSpPr/>
          <p:nvPr/>
        </p:nvSpPr>
        <p:spPr>
          <a:xfrm>
            <a:off x="1428746" y="5343764"/>
            <a:ext cx="603250" cy="814916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Cím 1">
            <a:extLst>
              <a:ext uri="{FF2B5EF4-FFF2-40B4-BE49-F238E27FC236}">
                <a16:creationId xmlns:a16="http://schemas.microsoft.com/office/drawing/2014/main" id="{E3B17E0B-1262-0924-6649-DF8629058FF3}"/>
              </a:ext>
            </a:extLst>
          </p:cNvPr>
          <p:cNvSpPr txBox="1">
            <a:spLocks/>
          </p:cNvSpPr>
          <p:nvPr/>
        </p:nvSpPr>
        <p:spPr>
          <a:xfrm>
            <a:off x="3618210" y="279888"/>
            <a:ext cx="5786068" cy="131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6600">
                <a:solidFill>
                  <a:srgbClr val="735751"/>
                </a:solidFill>
                <a:latin typeface="HGGothicE"/>
                <a:ea typeface="HGGothicE"/>
              </a:rPr>
              <a:t>Design</a:t>
            </a:r>
            <a:r>
              <a:rPr lang="hu-HU" sz="6600">
                <a:solidFill>
                  <a:srgbClr val="E7D7C1"/>
                </a:solidFill>
                <a:latin typeface="HGGothicE"/>
                <a:ea typeface="HGGothicE"/>
              </a:rPr>
              <a:t> </a:t>
            </a:r>
            <a:r>
              <a:rPr lang="hu-HU" sz="6600" err="1">
                <a:solidFill>
                  <a:srgbClr val="E7D7C1"/>
                </a:solidFill>
                <a:latin typeface="HGGothicE"/>
                <a:ea typeface="HGGothicE"/>
              </a:rPr>
              <a:t>inDEvestment</a:t>
            </a:r>
            <a:endParaRPr lang="hu-HU" sz="6600">
              <a:solidFill>
                <a:srgbClr val="E7D7C1"/>
              </a:solidFill>
              <a:latin typeface="HGGothicE"/>
              <a:ea typeface="HGGothicE"/>
            </a:endParaRPr>
          </a:p>
        </p:txBody>
      </p:sp>
      <p:pic>
        <p:nvPicPr>
          <p:cNvPr id="4" name="Kép 3" descr="A képen szöveg, képernyőkép, Betűtípus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CAFDBDB9-8CE3-7BAE-E66A-3634C3D48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644" y="1596047"/>
            <a:ext cx="7007713" cy="496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584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FA931D-A0CE-D799-7357-6AD85E73E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77D58BD3-E975-B215-403B-235FE10CDFC5}"/>
              </a:ext>
            </a:extLst>
          </p:cNvPr>
          <p:cNvSpPr/>
          <p:nvPr/>
        </p:nvSpPr>
        <p:spPr>
          <a:xfrm>
            <a:off x="11538791" y="485204"/>
            <a:ext cx="603250" cy="814916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A8566C78-3778-7439-8E69-74C7DFD03660}"/>
              </a:ext>
            </a:extLst>
          </p:cNvPr>
          <p:cNvSpPr/>
          <p:nvPr/>
        </p:nvSpPr>
        <p:spPr>
          <a:xfrm>
            <a:off x="-267891" y="1"/>
            <a:ext cx="12276666" cy="6858000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82666B41-4B37-2145-EF03-B71EC4B24A0C}"/>
              </a:ext>
            </a:extLst>
          </p:cNvPr>
          <p:cNvSpPr/>
          <p:nvPr/>
        </p:nvSpPr>
        <p:spPr>
          <a:xfrm>
            <a:off x="11402145" y="1027767"/>
            <a:ext cx="603250" cy="814916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: lekerekített 12">
            <a:extLst>
              <a:ext uri="{FF2B5EF4-FFF2-40B4-BE49-F238E27FC236}">
                <a16:creationId xmlns:a16="http://schemas.microsoft.com/office/drawing/2014/main" id="{5E63C7F3-B9B3-8863-A253-77A1A5592EEC}"/>
              </a:ext>
            </a:extLst>
          </p:cNvPr>
          <p:cNvSpPr/>
          <p:nvPr/>
        </p:nvSpPr>
        <p:spPr>
          <a:xfrm>
            <a:off x="-106380" y="-9647"/>
            <a:ext cx="11959166" cy="6858000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97708FA4-D6E9-8C29-540F-9F375FFB0B9D}"/>
              </a:ext>
            </a:extLst>
          </p:cNvPr>
          <p:cNvSpPr/>
          <p:nvPr/>
        </p:nvSpPr>
        <p:spPr>
          <a:xfrm>
            <a:off x="-647902" y="-9646"/>
            <a:ext cx="12276665" cy="6858000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: lekerekített 19">
            <a:extLst>
              <a:ext uri="{FF2B5EF4-FFF2-40B4-BE49-F238E27FC236}">
                <a16:creationId xmlns:a16="http://schemas.microsoft.com/office/drawing/2014/main" id="{F344555B-C173-9A12-5340-BE304DDA7327}"/>
              </a:ext>
            </a:extLst>
          </p:cNvPr>
          <p:cNvSpPr/>
          <p:nvPr/>
        </p:nvSpPr>
        <p:spPr>
          <a:xfrm>
            <a:off x="11236666" y="1585107"/>
            <a:ext cx="603250" cy="814916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Téglalap: lekerekített 23">
            <a:extLst>
              <a:ext uri="{FF2B5EF4-FFF2-40B4-BE49-F238E27FC236}">
                <a16:creationId xmlns:a16="http://schemas.microsoft.com/office/drawing/2014/main" id="{9B5EA220-50FE-A074-81C7-8F7CA22A0EC2}"/>
              </a:ext>
            </a:extLst>
          </p:cNvPr>
          <p:cNvSpPr/>
          <p:nvPr/>
        </p:nvSpPr>
        <p:spPr>
          <a:xfrm>
            <a:off x="-941102" y="0"/>
            <a:ext cx="12276666" cy="6858000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Téglalap: lekerekített 27">
            <a:extLst>
              <a:ext uri="{FF2B5EF4-FFF2-40B4-BE49-F238E27FC236}">
                <a16:creationId xmlns:a16="http://schemas.microsoft.com/office/drawing/2014/main" id="{A2D998B3-87B6-C268-CBB5-AB1F82FA15C8}"/>
              </a:ext>
            </a:extLst>
          </p:cNvPr>
          <p:cNvSpPr/>
          <p:nvPr/>
        </p:nvSpPr>
        <p:spPr>
          <a:xfrm>
            <a:off x="11041404" y="2288492"/>
            <a:ext cx="603250" cy="814916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" name="Téglalap: lekerekített 31">
            <a:extLst>
              <a:ext uri="{FF2B5EF4-FFF2-40B4-BE49-F238E27FC236}">
                <a16:creationId xmlns:a16="http://schemas.microsoft.com/office/drawing/2014/main" id="{AE4A1CD4-395A-1520-693F-7EDCFA3994CF}"/>
              </a:ext>
            </a:extLst>
          </p:cNvPr>
          <p:cNvSpPr/>
          <p:nvPr/>
        </p:nvSpPr>
        <p:spPr>
          <a:xfrm>
            <a:off x="-1243948" y="0"/>
            <a:ext cx="12276666" cy="6858000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6" name="Téglalap: lekerekített 35">
            <a:extLst>
              <a:ext uri="{FF2B5EF4-FFF2-40B4-BE49-F238E27FC236}">
                <a16:creationId xmlns:a16="http://schemas.microsoft.com/office/drawing/2014/main" id="{00130568-372F-3B18-73C8-F42EA73A4CBA}"/>
              </a:ext>
            </a:extLst>
          </p:cNvPr>
          <p:cNvSpPr/>
          <p:nvPr/>
        </p:nvSpPr>
        <p:spPr>
          <a:xfrm>
            <a:off x="10742391" y="2838289"/>
            <a:ext cx="603250" cy="814916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Téglalap: lekerekített 39">
            <a:extLst>
              <a:ext uri="{FF2B5EF4-FFF2-40B4-BE49-F238E27FC236}">
                <a16:creationId xmlns:a16="http://schemas.microsoft.com/office/drawing/2014/main" id="{8C6E95E4-D876-9217-B304-18CCFF664BD9}"/>
              </a:ext>
            </a:extLst>
          </p:cNvPr>
          <p:cNvSpPr/>
          <p:nvPr/>
        </p:nvSpPr>
        <p:spPr>
          <a:xfrm>
            <a:off x="-1527255" y="0"/>
            <a:ext cx="12296204" cy="6858000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4" name="Téglalap: lekerekített 43">
            <a:extLst>
              <a:ext uri="{FF2B5EF4-FFF2-40B4-BE49-F238E27FC236}">
                <a16:creationId xmlns:a16="http://schemas.microsoft.com/office/drawing/2014/main" id="{67AE4340-BAAB-F14F-A485-DCF7115919EA}"/>
              </a:ext>
            </a:extLst>
          </p:cNvPr>
          <p:cNvSpPr/>
          <p:nvPr/>
        </p:nvSpPr>
        <p:spPr>
          <a:xfrm>
            <a:off x="10541811" y="3420238"/>
            <a:ext cx="603250" cy="814916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" name="Téglalap: lekerekített 30">
            <a:extLst>
              <a:ext uri="{FF2B5EF4-FFF2-40B4-BE49-F238E27FC236}">
                <a16:creationId xmlns:a16="http://schemas.microsoft.com/office/drawing/2014/main" id="{7402648E-7549-D076-A34A-6E927425C54D}"/>
              </a:ext>
            </a:extLst>
          </p:cNvPr>
          <p:cNvSpPr/>
          <p:nvPr/>
        </p:nvSpPr>
        <p:spPr>
          <a:xfrm>
            <a:off x="-1751947" y="0"/>
            <a:ext cx="4275666" cy="6858000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3" name="Téglalap: lekerekített 32">
            <a:extLst>
              <a:ext uri="{FF2B5EF4-FFF2-40B4-BE49-F238E27FC236}">
                <a16:creationId xmlns:a16="http://schemas.microsoft.com/office/drawing/2014/main" id="{6FF6D320-8205-0D6E-20E8-8739A1138950}"/>
              </a:ext>
            </a:extLst>
          </p:cNvPr>
          <p:cNvSpPr/>
          <p:nvPr/>
        </p:nvSpPr>
        <p:spPr>
          <a:xfrm>
            <a:off x="2296581" y="3332932"/>
            <a:ext cx="603250" cy="814916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5" name="Téglalap: lekerekített 34">
            <a:extLst>
              <a:ext uri="{FF2B5EF4-FFF2-40B4-BE49-F238E27FC236}">
                <a16:creationId xmlns:a16="http://schemas.microsoft.com/office/drawing/2014/main" id="{88C860F4-D317-C4CF-F4C9-25FAFFBFEDF0}"/>
              </a:ext>
            </a:extLst>
          </p:cNvPr>
          <p:cNvSpPr/>
          <p:nvPr/>
        </p:nvSpPr>
        <p:spPr>
          <a:xfrm>
            <a:off x="-2058864" y="-1"/>
            <a:ext cx="4275666" cy="6858000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7" name="Téglalap: lekerekített 36">
            <a:extLst>
              <a:ext uri="{FF2B5EF4-FFF2-40B4-BE49-F238E27FC236}">
                <a16:creationId xmlns:a16="http://schemas.microsoft.com/office/drawing/2014/main" id="{1E4028EC-FDFA-A143-D414-F0F954094FA6}"/>
              </a:ext>
            </a:extLst>
          </p:cNvPr>
          <p:cNvSpPr/>
          <p:nvPr/>
        </p:nvSpPr>
        <p:spPr>
          <a:xfrm>
            <a:off x="2000247" y="3957348"/>
            <a:ext cx="603250" cy="814916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9" name="Téglalap: lekerekített 38">
            <a:extLst>
              <a:ext uri="{FF2B5EF4-FFF2-40B4-BE49-F238E27FC236}">
                <a16:creationId xmlns:a16="http://schemas.microsoft.com/office/drawing/2014/main" id="{72676C1F-CF4E-E56B-60BF-49EA1E0F23E2}"/>
              </a:ext>
            </a:extLst>
          </p:cNvPr>
          <p:cNvSpPr/>
          <p:nvPr/>
        </p:nvSpPr>
        <p:spPr>
          <a:xfrm>
            <a:off x="-2355197" y="-2"/>
            <a:ext cx="4275666" cy="6858000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1" name="Téglalap: lekerekített 40">
            <a:extLst>
              <a:ext uri="{FF2B5EF4-FFF2-40B4-BE49-F238E27FC236}">
                <a16:creationId xmlns:a16="http://schemas.microsoft.com/office/drawing/2014/main" id="{7D576978-2A77-DC4F-AFA4-12F5CD3FA54E}"/>
              </a:ext>
            </a:extLst>
          </p:cNvPr>
          <p:cNvSpPr/>
          <p:nvPr/>
        </p:nvSpPr>
        <p:spPr>
          <a:xfrm>
            <a:off x="1725080" y="4634681"/>
            <a:ext cx="603250" cy="814916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Téglalap: lekerekített 42">
            <a:extLst>
              <a:ext uri="{FF2B5EF4-FFF2-40B4-BE49-F238E27FC236}">
                <a16:creationId xmlns:a16="http://schemas.microsoft.com/office/drawing/2014/main" id="{DE85332C-E7F8-A741-D460-70685296280B}"/>
              </a:ext>
            </a:extLst>
          </p:cNvPr>
          <p:cNvSpPr/>
          <p:nvPr/>
        </p:nvSpPr>
        <p:spPr>
          <a:xfrm>
            <a:off x="-2662113" y="-3"/>
            <a:ext cx="4275666" cy="6858000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5" name="Téglalap: lekerekített 44">
            <a:extLst>
              <a:ext uri="{FF2B5EF4-FFF2-40B4-BE49-F238E27FC236}">
                <a16:creationId xmlns:a16="http://schemas.microsoft.com/office/drawing/2014/main" id="{60471928-0FF3-3848-496B-FA9D643C54FD}"/>
              </a:ext>
            </a:extLst>
          </p:cNvPr>
          <p:cNvSpPr/>
          <p:nvPr/>
        </p:nvSpPr>
        <p:spPr>
          <a:xfrm>
            <a:off x="1428746" y="5343764"/>
            <a:ext cx="603250" cy="814916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Cím 1">
            <a:extLst>
              <a:ext uri="{FF2B5EF4-FFF2-40B4-BE49-F238E27FC236}">
                <a16:creationId xmlns:a16="http://schemas.microsoft.com/office/drawing/2014/main" id="{5DA66F1B-9257-28B4-5BED-FFACAA542653}"/>
              </a:ext>
            </a:extLst>
          </p:cNvPr>
          <p:cNvSpPr txBox="1">
            <a:spLocks/>
          </p:cNvSpPr>
          <p:nvPr/>
        </p:nvSpPr>
        <p:spPr>
          <a:xfrm>
            <a:off x="3618210" y="279888"/>
            <a:ext cx="5786068" cy="131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6600">
                <a:solidFill>
                  <a:srgbClr val="735751"/>
                </a:solidFill>
                <a:latin typeface="HGGothicE"/>
                <a:ea typeface="HGGothicE"/>
              </a:rPr>
              <a:t>Design</a:t>
            </a:r>
            <a:r>
              <a:rPr lang="hu-HU" sz="6600">
                <a:solidFill>
                  <a:srgbClr val="E7D7C1"/>
                </a:solidFill>
                <a:latin typeface="HGGothicE"/>
                <a:ea typeface="HGGothicE"/>
              </a:rPr>
              <a:t> </a:t>
            </a:r>
            <a:r>
              <a:rPr lang="hu-HU" sz="6600" err="1">
                <a:solidFill>
                  <a:srgbClr val="E7D7C1"/>
                </a:solidFill>
                <a:latin typeface="HGGothicE"/>
                <a:ea typeface="HGGothicE"/>
              </a:rPr>
              <a:t>inDEvestment</a:t>
            </a:r>
            <a:endParaRPr lang="hu-HU" sz="6600">
              <a:solidFill>
                <a:srgbClr val="E7D7C1"/>
              </a:solidFill>
              <a:latin typeface="HGGothicE"/>
              <a:ea typeface="HGGothicE"/>
            </a:endParaRPr>
          </a:p>
        </p:txBody>
      </p:sp>
      <p:pic>
        <p:nvPicPr>
          <p:cNvPr id="2" name="Kép 1" descr="A képen szöveg, képernyőkép, Webhely, Online hirdetés látható&#10;&#10;Lehet, hogy az AI által létrehozott tartalom helytelen.">
            <a:extLst>
              <a:ext uri="{FF2B5EF4-FFF2-40B4-BE49-F238E27FC236}">
                <a16:creationId xmlns:a16="http://schemas.microsoft.com/office/drawing/2014/main" id="{EAC9F17B-7A84-206B-2BEC-AD2DAD441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439" y="1481625"/>
            <a:ext cx="7012354" cy="495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80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D21600-DDB3-A5E2-3996-C5263C820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2DA01A78-B93E-0C1F-A5D1-EE237D26523A}"/>
              </a:ext>
            </a:extLst>
          </p:cNvPr>
          <p:cNvSpPr/>
          <p:nvPr/>
        </p:nvSpPr>
        <p:spPr>
          <a:xfrm>
            <a:off x="11538791" y="485204"/>
            <a:ext cx="603250" cy="814916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D167576D-535C-53DD-982C-1324636E922A}"/>
              </a:ext>
            </a:extLst>
          </p:cNvPr>
          <p:cNvSpPr/>
          <p:nvPr/>
        </p:nvSpPr>
        <p:spPr>
          <a:xfrm>
            <a:off x="-267891" y="1"/>
            <a:ext cx="12276666" cy="6858000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6A50EDF9-7E76-58FF-3084-C1994B1BB580}"/>
              </a:ext>
            </a:extLst>
          </p:cNvPr>
          <p:cNvSpPr/>
          <p:nvPr/>
        </p:nvSpPr>
        <p:spPr>
          <a:xfrm>
            <a:off x="11402145" y="1027767"/>
            <a:ext cx="603250" cy="814916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: lekerekített 12">
            <a:extLst>
              <a:ext uri="{FF2B5EF4-FFF2-40B4-BE49-F238E27FC236}">
                <a16:creationId xmlns:a16="http://schemas.microsoft.com/office/drawing/2014/main" id="{0B105D57-9FD2-1AFD-A9DB-458A42658B83}"/>
              </a:ext>
            </a:extLst>
          </p:cNvPr>
          <p:cNvSpPr/>
          <p:nvPr/>
        </p:nvSpPr>
        <p:spPr>
          <a:xfrm>
            <a:off x="-106380" y="-9647"/>
            <a:ext cx="11959166" cy="6858000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233AD0F7-7431-B0A1-E299-18886F719B75}"/>
              </a:ext>
            </a:extLst>
          </p:cNvPr>
          <p:cNvSpPr/>
          <p:nvPr/>
        </p:nvSpPr>
        <p:spPr>
          <a:xfrm>
            <a:off x="-647902" y="-9646"/>
            <a:ext cx="12276665" cy="6858000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: lekerekített 19">
            <a:extLst>
              <a:ext uri="{FF2B5EF4-FFF2-40B4-BE49-F238E27FC236}">
                <a16:creationId xmlns:a16="http://schemas.microsoft.com/office/drawing/2014/main" id="{A4A03E23-8228-70B2-15DA-0CFCD5AFE8B8}"/>
              </a:ext>
            </a:extLst>
          </p:cNvPr>
          <p:cNvSpPr/>
          <p:nvPr/>
        </p:nvSpPr>
        <p:spPr>
          <a:xfrm>
            <a:off x="11236666" y="1585107"/>
            <a:ext cx="603250" cy="814916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Téglalap: lekerekített 23">
            <a:extLst>
              <a:ext uri="{FF2B5EF4-FFF2-40B4-BE49-F238E27FC236}">
                <a16:creationId xmlns:a16="http://schemas.microsoft.com/office/drawing/2014/main" id="{61B266FC-6BD1-80E2-400F-D3CA62006504}"/>
              </a:ext>
            </a:extLst>
          </p:cNvPr>
          <p:cNvSpPr/>
          <p:nvPr/>
        </p:nvSpPr>
        <p:spPr>
          <a:xfrm>
            <a:off x="-941102" y="0"/>
            <a:ext cx="12276666" cy="6858000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Téglalap: lekerekített 27">
            <a:extLst>
              <a:ext uri="{FF2B5EF4-FFF2-40B4-BE49-F238E27FC236}">
                <a16:creationId xmlns:a16="http://schemas.microsoft.com/office/drawing/2014/main" id="{B7724CFF-6112-5CFB-D1D3-3EDC86527219}"/>
              </a:ext>
            </a:extLst>
          </p:cNvPr>
          <p:cNvSpPr/>
          <p:nvPr/>
        </p:nvSpPr>
        <p:spPr>
          <a:xfrm>
            <a:off x="11041404" y="2288492"/>
            <a:ext cx="603250" cy="814916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" name="Téglalap: lekerekített 31">
            <a:extLst>
              <a:ext uri="{FF2B5EF4-FFF2-40B4-BE49-F238E27FC236}">
                <a16:creationId xmlns:a16="http://schemas.microsoft.com/office/drawing/2014/main" id="{C50FFCC3-F2DD-EB0E-6715-95956B26B49C}"/>
              </a:ext>
            </a:extLst>
          </p:cNvPr>
          <p:cNvSpPr/>
          <p:nvPr/>
        </p:nvSpPr>
        <p:spPr>
          <a:xfrm>
            <a:off x="-1243948" y="0"/>
            <a:ext cx="12276666" cy="6858000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6" name="Téglalap: lekerekített 35">
            <a:extLst>
              <a:ext uri="{FF2B5EF4-FFF2-40B4-BE49-F238E27FC236}">
                <a16:creationId xmlns:a16="http://schemas.microsoft.com/office/drawing/2014/main" id="{94625A17-62C5-6DAD-6B2C-2629B0A79A4B}"/>
              </a:ext>
            </a:extLst>
          </p:cNvPr>
          <p:cNvSpPr/>
          <p:nvPr/>
        </p:nvSpPr>
        <p:spPr>
          <a:xfrm>
            <a:off x="10742391" y="2838289"/>
            <a:ext cx="603250" cy="814916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Téglalap: lekerekített 39">
            <a:extLst>
              <a:ext uri="{FF2B5EF4-FFF2-40B4-BE49-F238E27FC236}">
                <a16:creationId xmlns:a16="http://schemas.microsoft.com/office/drawing/2014/main" id="{248CA0B0-AF3F-2F0E-196B-B9307CF7A372}"/>
              </a:ext>
            </a:extLst>
          </p:cNvPr>
          <p:cNvSpPr/>
          <p:nvPr/>
        </p:nvSpPr>
        <p:spPr>
          <a:xfrm>
            <a:off x="-1527255" y="0"/>
            <a:ext cx="12296204" cy="6858000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4" name="Téglalap: lekerekített 43">
            <a:extLst>
              <a:ext uri="{FF2B5EF4-FFF2-40B4-BE49-F238E27FC236}">
                <a16:creationId xmlns:a16="http://schemas.microsoft.com/office/drawing/2014/main" id="{2A202A53-B5D7-D87E-D0CE-D64FDE5EF404}"/>
              </a:ext>
            </a:extLst>
          </p:cNvPr>
          <p:cNvSpPr/>
          <p:nvPr/>
        </p:nvSpPr>
        <p:spPr>
          <a:xfrm>
            <a:off x="10541811" y="3420238"/>
            <a:ext cx="603250" cy="814916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" name="Téglalap: lekerekített 30">
            <a:extLst>
              <a:ext uri="{FF2B5EF4-FFF2-40B4-BE49-F238E27FC236}">
                <a16:creationId xmlns:a16="http://schemas.microsoft.com/office/drawing/2014/main" id="{AD54AE82-4CFE-5F70-470D-1487DE1D1FB2}"/>
              </a:ext>
            </a:extLst>
          </p:cNvPr>
          <p:cNvSpPr/>
          <p:nvPr/>
        </p:nvSpPr>
        <p:spPr>
          <a:xfrm>
            <a:off x="-1751947" y="0"/>
            <a:ext cx="4275666" cy="6858000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3" name="Téglalap: lekerekített 32">
            <a:extLst>
              <a:ext uri="{FF2B5EF4-FFF2-40B4-BE49-F238E27FC236}">
                <a16:creationId xmlns:a16="http://schemas.microsoft.com/office/drawing/2014/main" id="{9BFF1543-3D85-3398-7A80-E27CC618F110}"/>
              </a:ext>
            </a:extLst>
          </p:cNvPr>
          <p:cNvSpPr/>
          <p:nvPr/>
        </p:nvSpPr>
        <p:spPr>
          <a:xfrm>
            <a:off x="2296581" y="3332932"/>
            <a:ext cx="603250" cy="814916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5" name="Téglalap: lekerekített 34">
            <a:extLst>
              <a:ext uri="{FF2B5EF4-FFF2-40B4-BE49-F238E27FC236}">
                <a16:creationId xmlns:a16="http://schemas.microsoft.com/office/drawing/2014/main" id="{1BCD6A21-C1CA-F80F-6D5C-77C84AC846FE}"/>
              </a:ext>
            </a:extLst>
          </p:cNvPr>
          <p:cNvSpPr/>
          <p:nvPr/>
        </p:nvSpPr>
        <p:spPr>
          <a:xfrm>
            <a:off x="-2058864" y="-1"/>
            <a:ext cx="4275666" cy="6858000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7" name="Téglalap: lekerekített 36">
            <a:extLst>
              <a:ext uri="{FF2B5EF4-FFF2-40B4-BE49-F238E27FC236}">
                <a16:creationId xmlns:a16="http://schemas.microsoft.com/office/drawing/2014/main" id="{2B1F6FD0-7292-D2DB-ED4E-40DBD5DE6554}"/>
              </a:ext>
            </a:extLst>
          </p:cNvPr>
          <p:cNvSpPr/>
          <p:nvPr/>
        </p:nvSpPr>
        <p:spPr>
          <a:xfrm>
            <a:off x="2000247" y="3957348"/>
            <a:ext cx="603250" cy="814916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9" name="Téglalap: lekerekített 38">
            <a:extLst>
              <a:ext uri="{FF2B5EF4-FFF2-40B4-BE49-F238E27FC236}">
                <a16:creationId xmlns:a16="http://schemas.microsoft.com/office/drawing/2014/main" id="{9DC11187-A510-15B0-AEA1-B5777ABA7A27}"/>
              </a:ext>
            </a:extLst>
          </p:cNvPr>
          <p:cNvSpPr/>
          <p:nvPr/>
        </p:nvSpPr>
        <p:spPr>
          <a:xfrm>
            <a:off x="-2355197" y="-2"/>
            <a:ext cx="4275666" cy="6858000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1" name="Téglalap: lekerekített 40">
            <a:extLst>
              <a:ext uri="{FF2B5EF4-FFF2-40B4-BE49-F238E27FC236}">
                <a16:creationId xmlns:a16="http://schemas.microsoft.com/office/drawing/2014/main" id="{33237354-7511-D6F3-469C-33F0CA9B03B2}"/>
              </a:ext>
            </a:extLst>
          </p:cNvPr>
          <p:cNvSpPr/>
          <p:nvPr/>
        </p:nvSpPr>
        <p:spPr>
          <a:xfrm>
            <a:off x="1725080" y="4634681"/>
            <a:ext cx="603250" cy="814916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Téglalap: lekerekített 42">
            <a:extLst>
              <a:ext uri="{FF2B5EF4-FFF2-40B4-BE49-F238E27FC236}">
                <a16:creationId xmlns:a16="http://schemas.microsoft.com/office/drawing/2014/main" id="{AB2DCDDD-0248-612A-F549-449CE8AAA162}"/>
              </a:ext>
            </a:extLst>
          </p:cNvPr>
          <p:cNvSpPr/>
          <p:nvPr/>
        </p:nvSpPr>
        <p:spPr>
          <a:xfrm>
            <a:off x="-2662113" y="-3"/>
            <a:ext cx="4275666" cy="6858000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5" name="Téglalap: lekerekített 44">
            <a:extLst>
              <a:ext uri="{FF2B5EF4-FFF2-40B4-BE49-F238E27FC236}">
                <a16:creationId xmlns:a16="http://schemas.microsoft.com/office/drawing/2014/main" id="{188B8310-160F-D481-6215-3663DEDB24DD}"/>
              </a:ext>
            </a:extLst>
          </p:cNvPr>
          <p:cNvSpPr/>
          <p:nvPr/>
        </p:nvSpPr>
        <p:spPr>
          <a:xfrm>
            <a:off x="1428746" y="5343764"/>
            <a:ext cx="603250" cy="814916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Cím 1">
            <a:extLst>
              <a:ext uri="{FF2B5EF4-FFF2-40B4-BE49-F238E27FC236}">
                <a16:creationId xmlns:a16="http://schemas.microsoft.com/office/drawing/2014/main" id="{F60A26B1-C331-7C55-A43A-09FDF8A92659}"/>
              </a:ext>
            </a:extLst>
          </p:cNvPr>
          <p:cNvSpPr txBox="1">
            <a:spLocks/>
          </p:cNvSpPr>
          <p:nvPr/>
        </p:nvSpPr>
        <p:spPr>
          <a:xfrm>
            <a:off x="3618210" y="279888"/>
            <a:ext cx="5786068" cy="131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6600">
                <a:solidFill>
                  <a:srgbClr val="735751"/>
                </a:solidFill>
                <a:latin typeface="HGGothicE"/>
                <a:ea typeface="HGGothicE"/>
              </a:rPr>
              <a:t>Design</a:t>
            </a:r>
            <a:r>
              <a:rPr lang="hu-HU" sz="6600">
                <a:solidFill>
                  <a:srgbClr val="E7D7C1"/>
                </a:solidFill>
                <a:latin typeface="HGGothicE"/>
                <a:ea typeface="HGGothicE"/>
              </a:rPr>
              <a:t> </a:t>
            </a:r>
            <a:r>
              <a:rPr lang="hu-HU" sz="6600" err="1">
                <a:solidFill>
                  <a:srgbClr val="E7D7C1"/>
                </a:solidFill>
                <a:latin typeface="HGGothicE"/>
                <a:ea typeface="HGGothicE"/>
              </a:rPr>
              <a:t>inDEvestment</a:t>
            </a:r>
            <a:endParaRPr lang="hu-HU" sz="6600">
              <a:solidFill>
                <a:srgbClr val="E7D7C1"/>
              </a:solidFill>
              <a:latin typeface="HGGothicE"/>
              <a:ea typeface="HGGothicE"/>
            </a:endParaRPr>
          </a:p>
        </p:txBody>
      </p:sp>
      <p:pic>
        <p:nvPicPr>
          <p:cNvPr id="4" name="Kép 3" descr="A képen szöveg, képernyőkép, Betűtípus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33512FE8-900E-D28F-0F51-732BF7F51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858" y="1492494"/>
            <a:ext cx="6438900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742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7CF703-C9A8-DC50-ACFB-650EA907C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églalap: lekerekített 43">
            <a:extLst>
              <a:ext uri="{FF2B5EF4-FFF2-40B4-BE49-F238E27FC236}">
                <a16:creationId xmlns:a16="http://schemas.microsoft.com/office/drawing/2014/main" id="{02DBC7B8-5CCA-F374-8906-EAF3DB07B9E4}"/>
              </a:ext>
            </a:extLst>
          </p:cNvPr>
          <p:cNvSpPr/>
          <p:nvPr/>
        </p:nvSpPr>
        <p:spPr>
          <a:xfrm>
            <a:off x="11538791" y="485204"/>
            <a:ext cx="603250" cy="814916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5571B013-124E-3441-BCD3-2F2CD8761D76}"/>
              </a:ext>
            </a:extLst>
          </p:cNvPr>
          <p:cNvSpPr/>
          <p:nvPr/>
        </p:nvSpPr>
        <p:spPr>
          <a:xfrm>
            <a:off x="-267891" y="1"/>
            <a:ext cx="12276666" cy="6858000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41D3E3FE-7446-9F89-F992-AE2D2B282FA0}"/>
              </a:ext>
            </a:extLst>
          </p:cNvPr>
          <p:cNvSpPr/>
          <p:nvPr/>
        </p:nvSpPr>
        <p:spPr>
          <a:xfrm>
            <a:off x="11402145" y="1027767"/>
            <a:ext cx="603250" cy="814916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3CD06970-6736-E9F4-136D-B4622101FE74}"/>
              </a:ext>
            </a:extLst>
          </p:cNvPr>
          <p:cNvSpPr/>
          <p:nvPr/>
        </p:nvSpPr>
        <p:spPr>
          <a:xfrm>
            <a:off x="-106380" y="-9647"/>
            <a:ext cx="11959166" cy="6858000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: lekerekített 12">
            <a:extLst>
              <a:ext uri="{FF2B5EF4-FFF2-40B4-BE49-F238E27FC236}">
                <a16:creationId xmlns:a16="http://schemas.microsoft.com/office/drawing/2014/main" id="{DD262A23-0C7D-A5AB-857C-64D86929D14E}"/>
              </a:ext>
            </a:extLst>
          </p:cNvPr>
          <p:cNvSpPr/>
          <p:nvPr/>
        </p:nvSpPr>
        <p:spPr>
          <a:xfrm>
            <a:off x="-647902" y="-9646"/>
            <a:ext cx="12276665" cy="6858000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CAFFB55F-E91B-04F1-2D83-B1A6200C1A05}"/>
              </a:ext>
            </a:extLst>
          </p:cNvPr>
          <p:cNvSpPr/>
          <p:nvPr/>
        </p:nvSpPr>
        <p:spPr>
          <a:xfrm>
            <a:off x="11236666" y="1585107"/>
            <a:ext cx="603250" cy="814916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: lekerekített 19">
            <a:extLst>
              <a:ext uri="{FF2B5EF4-FFF2-40B4-BE49-F238E27FC236}">
                <a16:creationId xmlns:a16="http://schemas.microsoft.com/office/drawing/2014/main" id="{87C8E164-00F6-17CD-E1B2-B4B10CE62598}"/>
              </a:ext>
            </a:extLst>
          </p:cNvPr>
          <p:cNvSpPr/>
          <p:nvPr/>
        </p:nvSpPr>
        <p:spPr>
          <a:xfrm>
            <a:off x="-941102" y="0"/>
            <a:ext cx="12276666" cy="6858000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Téglalap: lekerekített 23">
            <a:extLst>
              <a:ext uri="{FF2B5EF4-FFF2-40B4-BE49-F238E27FC236}">
                <a16:creationId xmlns:a16="http://schemas.microsoft.com/office/drawing/2014/main" id="{29F310AF-3B58-3CAA-0ADE-49E23FB0EBAF}"/>
              </a:ext>
            </a:extLst>
          </p:cNvPr>
          <p:cNvSpPr/>
          <p:nvPr/>
        </p:nvSpPr>
        <p:spPr>
          <a:xfrm>
            <a:off x="11041404" y="2288492"/>
            <a:ext cx="603250" cy="814916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Téglalap: lekerekített 27">
            <a:extLst>
              <a:ext uri="{FF2B5EF4-FFF2-40B4-BE49-F238E27FC236}">
                <a16:creationId xmlns:a16="http://schemas.microsoft.com/office/drawing/2014/main" id="{41141F31-7647-A904-84E9-E0A026EFEEEB}"/>
              </a:ext>
            </a:extLst>
          </p:cNvPr>
          <p:cNvSpPr/>
          <p:nvPr/>
        </p:nvSpPr>
        <p:spPr>
          <a:xfrm>
            <a:off x="-1243948" y="0"/>
            <a:ext cx="12276666" cy="6858000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" name="Téglalap: lekerekített 31">
            <a:extLst>
              <a:ext uri="{FF2B5EF4-FFF2-40B4-BE49-F238E27FC236}">
                <a16:creationId xmlns:a16="http://schemas.microsoft.com/office/drawing/2014/main" id="{6AD550E0-6993-B5D9-71CE-CDBF624F3E71}"/>
              </a:ext>
            </a:extLst>
          </p:cNvPr>
          <p:cNvSpPr/>
          <p:nvPr/>
        </p:nvSpPr>
        <p:spPr>
          <a:xfrm>
            <a:off x="10742391" y="2838289"/>
            <a:ext cx="603250" cy="814916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6" name="Téglalap: lekerekített 35">
            <a:extLst>
              <a:ext uri="{FF2B5EF4-FFF2-40B4-BE49-F238E27FC236}">
                <a16:creationId xmlns:a16="http://schemas.microsoft.com/office/drawing/2014/main" id="{0FCE8ADE-0EA9-522D-1E16-13A3E26976D2}"/>
              </a:ext>
            </a:extLst>
          </p:cNvPr>
          <p:cNvSpPr/>
          <p:nvPr/>
        </p:nvSpPr>
        <p:spPr>
          <a:xfrm>
            <a:off x="-1527255" y="0"/>
            <a:ext cx="12296204" cy="6858000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Téglalap: lekerekített 39">
            <a:extLst>
              <a:ext uri="{FF2B5EF4-FFF2-40B4-BE49-F238E27FC236}">
                <a16:creationId xmlns:a16="http://schemas.microsoft.com/office/drawing/2014/main" id="{9B0A8035-7A38-BD81-5A50-5129970A52E0}"/>
              </a:ext>
            </a:extLst>
          </p:cNvPr>
          <p:cNvSpPr/>
          <p:nvPr/>
        </p:nvSpPr>
        <p:spPr>
          <a:xfrm>
            <a:off x="10541811" y="3420238"/>
            <a:ext cx="603250" cy="814916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" name="Téglalap: lekerekített 30">
            <a:extLst>
              <a:ext uri="{FF2B5EF4-FFF2-40B4-BE49-F238E27FC236}">
                <a16:creationId xmlns:a16="http://schemas.microsoft.com/office/drawing/2014/main" id="{8D800249-618F-CF6A-E294-9F0AF41A7723}"/>
              </a:ext>
            </a:extLst>
          </p:cNvPr>
          <p:cNvSpPr/>
          <p:nvPr/>
        </p:nvSpPr>
        <p:spPr>
          <a:xfrm>
            <a:off x="-1751947" y="0"/>
            <a:ext cx="4275666" cy="6858000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3" name="Téglalap: lekerekített 32">
            <a:extLst>
              <a:ext uri="{FF2B5EF4-FFF2-40B4-BE49-F238E27FC236}">
                <a16:creationId xmlns:a16="http://schemas.microsoft.com/office/drawing/2014/main" id="{771621F8-E41D-3974-3C43-583FDCADF3ED}"/>
              </a:ext>
            </a:extLst>
          </p:cNvPr>
          <p:cNvSpPr/>
          <p:nvPr/>
        </p:nvSpPr>
        <p:spPr>
          <a:xfrm>
            <a:off x="2296581" y="3332932"/>
            <a:ext cx="603250" cy="814916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5" name="Téglalap: lekerekített 34">
            <a:extLst>
              <a:ext uri="{FF2B5EF4-FFF2-40B4-BE49-F238E27FC236}">
                <a16:creationId xmlns:a16="http://schemas.microsoft.com/office/drawing/2014/main" id="{267C0211-D21F-555C-D2BF-2F1FEEAB8B29}"/>
              </a:ext>
            </a:extLst>
          </p:cNvPr>
          <p:cNvSpPr/>
          <p:nvPr/>
        </p:nvSpPr>
        <p:spPr>
          <a:xfrm>
            <a:off x="-2058864" y="-1"/>
            <a:ext cx="4275666" cy="6858000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7" name="Téglalap: lekerekített 36">
            <a:extLst>
              <a:ext uri="{FF2B5EF4-FFF2-40B4-BE49-F238E27FC236}">
                <a16:creationId xmlns:a16="http://schemas.microsoft.com/office/drawing/2014/main" id="{789B2805-2DB2-F5F2-A7D3-4628EB709C7D}"/>
              </a:ext>
            </a:extLst>
          </p:cNvPr>
          <p:cNvSpPr/>
          <p:nvPr/>
        </p:nvSpPr>
        <p:spPr>
          <a:xfrm>
            <a:off x="2000247" y="3957348"/>
            <a:ext cx="603250" cy="814916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9" name="Téglalap: lekerekített 38">
            <a:extLst>
              <a:ext uri="{FF2B5EF4-FFF2-40B4-BE49-F238E27FC236}">
                <a16:creationId xmlns:a16="http://schemas.microsoft.com/office/drawing/2014/main" id="{1FE08564-21BD-EE96-3C5B-95A44F691181}"/>
              </a:ext>
            </a:extLst>
          </p:cNvPr>
          <p:cNvSpPr/>
          <p:nvPr/>
        </p:nvSpPr>
        <p:spPr>
          <a:xfrm>
            <a:off x="-2355197" y="-2"/>
            <a:ext cx="4275666" cy="6858000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1" name="Téglalap: lekerekített 40">
            <a:extLst>
              <a:ext uri="{FF2B5EF4-FFF2-40B4-BE49-F238E27FC236}">
                <a16:creationId xmlns:a16="http://schemas.microsoft.com/office/drawing/2014/main" id="{7C7EC2B5-9BF0-B119-16DA-3CDD5775CEAB}"/>
              </a:ext>
            </a:extLst>
          </p:cNvPr>
          <p:cNvSpPr/>
          <p:nvPr/>
        </p:nvSpPr>
        <p:spPr>
          <a:xfrm>
            <a:off x="1725080" y="4634681"/>
            <a:ext cx="603250" cy="814916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Téglalap: lekerekített 42">
            <a:extLst>
              <a:ext uri="{FF2B5EF4-FFF2-40B4-BE49-F238E27FC236}">
                <a16:creationId xmlns:a16="http://schemas.microsoft.com/office/drawing/2014/main" id="{A233F6EE-35A5-E722-9168-3B43C52F9156}"/>
              </a:ext>
            </a:extLst>
          </p:cNvPr>
          <p:cNvSpPr/>
          <p:nvPr/>
        </p:nvSpPr>
        <p:spPr>
          <a:xfrm>
            <a:off x="-2662113" y="-3"/>
            <a:ext cx="4275666" cy="6858000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5" name="Téglalap: lekerekített 44">
            <a:extLst>
              <a:ext uri="{FF2B5EF4-FFF2-40B4-BE49-F238E27FC236}">
                <a16:creationId xmlns:a16="http://schemas.microsoft.com/office/drawing/2014/main" id="{9D0F651F-13A8-77AE-8BC4-F65EC1E3EA16}"/>
              </a:ext>
            </a:extLst>
          </p:cNvPr>
          <p:cNvSpPr/>
          <p:nvPr/>
        </p:nvSpPr>
        <p:spPr>
          <a:xfrm>
            <a:off x="1428746" y="5343764"/>
            <a:ext cx="603250" cy="814916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Cím 1">
            <a:extLst>
              <a:ext uri="{FF2B5EF4-FFF2-40B4-BE49-F238E27FC236}">
                <a16:creationId xmlns:a16="http://schemas.microsoft.com/office/drawing/2014/main" id="{01B59B3B-A378-634A-E817-A2DAD6DA42FA}"/>
              </a:ext>
            </a:extLst>
          </p:cNvPr>
          <p:cNvSpPr txBox="1">
            <a:spLocks/>
          </p:cNvSpPr>
          <p:nvPr/>
        </p:nvSpPr>
        <p:spPr>
          <a:xfrm>
            <a:off x="3618210" y="279888"/>
            <a:ext cx="5786068" cy="131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6600">
                <a:solidFill>
                  <a:srgbClr val="735751"/>
                </a:solidFill>
                <a:latin typeface="HGGothicE"/>
                <a:ea typeface="HGGothicE"/>
              </a:rPr>
              <a:t>Design</a:t>
            </a:r>
            <a:r>
              <a:rPr lang="hu-HU" sz="6600">
                <a:solidFill>
                  <a:srgbClr val="E7D7C1"/>
                </a:solidFill>
                <a:latin typeface="HGGothicE"/>
                <a:ea typeface="HGGothicE"/>
              </a:rPr>
              <a:t> </a:t>
            </a:r>
            <a:r>
              <a:rPr lang="hu-HU" sz="6600" err="1">
                <a:solidFill>
                  <a:srgbClr val="E7D7C1"/>
                </a:solidFill>
                <a:latin typeface="HGGothicE"/>
                <a:ea typeface="HGGothicE"/>
              </a:rPr>
              <a:t>inDEvestment</a:t>
            </a:r>
            <a:endParaRPr lang="hu-HU" sz="6600">
              <a:solidFill>
                <a:srgbClr val="E7D7C1"/>
              </a:solidFill>
              <a:latin typeface="HGGothicE"/>
              <a:ea typeface="HGGothicE"/>
            </a:endParaRPr>
          </a:p>
        </p:txBody>
      </p:sp>
      <p:pic>
        <p:nvPicPr>
          <p:cNvPr id="2" name="Kép 1" descr="A képen szöveg, képernyőkép, szám, Párhuzamos látható&#10;&#10;Lehet, hogy az AI által létrehozott tartalom helytelen.">
            <a:extLst>
              <a:ext uri="{FF2B5EF4-FFF2-40B4-BE49-F238E27FC236}">
                <a16:creationId xmlns:a16="http://schemas.microsoft.com/office/drawing/2014/main" id="{371E14FC-F8BB-3AAD-8A89-6F0DE7359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339" y="1308588"/>
            <a:ext cx="6467475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138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54F6F0-E439-74D3-4AE6-FFA86B84F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églalap: lekerekített 43">
            <a:extLst>
              <a:ext uri="{FF2B5EF4-FFF2-40B4-BE49-F238E27FC236}">
                <a16:creationId xmlns:a16="http://schemas.microsoft.com/office/drawing/2014/main" id="{DBD65057-AD37-2337-2849-050E543F1A38}"/>
              </a:ext>
            </a:extLst>
          </p:cNvPr>
          <p:cNvSpPr/>
          <p:nvPr/>
        </p:nvSpPr>
        <p:spPr>
          <a:xfrm>
            <a:off x="11538791" y="485204"/>
            <a:ext cx="603250" cy="814916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46621621-5E18-7881-7577-8B5A167F3ED8}"/>
              </a:ext>
            </a:extLst>
          </p:cNvPr>
          <p:cNvSpPr/>
          <p:nvPr/>
        </p:nvSpPr>
        <p:spPr>
          <a:xfrm>
            <a:off x="-267891" y="1"/>
            <a:ext cx="12276666" cy="6858000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2BE013E1-AA49-CF37-B3A2-154866845F1A}"/>
              </a:ext>
            </a:extLst>
          </p:cNvPr>
          <p:cNvSpPr/>
          <p:nvPr/>
        </p:nvSpPr>
        <p:spPr>
          <a:xfrm>
            <a:off x="11402145" y="1027767"/>
            <a:ext cx="603250" cy="814916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A251D2DE-93F4-C483-D3C6-0DA32989C400}"/>
              </a:ext>
            </a:extLst>
          </p:cNvPr>
          <p:cNvSpPr/>
          <p:nvPr/>
        </p:nvSpPr>
        <p:spPr>
          <a:xfrm>
            <a:off x="-106380" y="-9647"/>
            <a:ext cx="11959166" cy="6858000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: lekerekített 12">
            <a:extLst>
              <a:ext uri="{FF2B5EF4-FFF2-40B4-BE49-F238E27FC236}">
                <a16:creationId xmlns:a16="http://schemas.microsoft.com/office/drawing/2014/main" id="{DAB8A120-502A-4839-465B-932DA30E9A06}"/>
              </a:ext>
            </a:extLst>
          </p:cNvPr>
          <p:cNvSpPr/>
          <p:nvPr/>
        </p:nvSpPr>
        <p:spPr>
          <a:xfrm>
            <a:off x="-647902" y="-9646"/>
            <a:ext cx="12276665" cy="6858000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C12299A0-D4CC-E61B-7A0F-545B5AE1AA3E}"/>
              </a:ext>
            </a:extLst>
          </p:cNvPr>
          <p:cNvSpPr/>
          <p:nvPr/>
        </p:nvSpPr>
        <p:spPr>
          <a:xfrm>
            <a:off x="11236666" y="1585107"/>
            <a:ext cx="603250" cy="814916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: lekerekített 19">
            <a:extLst>
              <a:ext uri="{FF2B5EF4-FFF2-40B4-BE49-F238E27FC236}">
                <a16:creationId xmlns:a16="http://schemas.microsoft.com/office/drawing/2014/main" id="{ADC3164D-D595-2B69-B28A-371AC49C6964}"/>
              </a:ext>
            </a:extLst>
          </p:cNvPr>
          <p:cNvSpPr/>
          <p:nvPr/>
        </p:nvSpPr>
        <p:spPr>
          <a:xfrm>
            <a:off x="-941102" y="0"/>
            <a:ext cx="12276666" cy="6858000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Téglalap: lekerekített 23">
            <a:extLst>
              <a:ext uri="{FF2B5EF4-FFF2-40B4-BE49-F238E27FC236}">
                <a16:creationId xmlns:a16="http://schemas.microsoft.com/office/drawing/2014/main" id="{5600761A-7341-E494-08FE-C369E4444D4A}"/>
              </a:ext>
            </a:extLst>
          </p:cNvPr>
          <p:cNvSpPr/>
          <p:nvPr/>
        </p:nvSpPr>
        <p:spPr>
          <a:xfrm>
            <a:off x="11041404" y="2288492"/>
            <a:ext cx="603250" cy="814916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Téglalap: lekerekített 27">
            <a:extLst>
              <a:ext uri="{FF2B5EF4-FFF2-40B4-BE49-F238E27FC236}">
                <a16:creationId xmlns:a16="http://schemas.microsoft.com/office/drawing/2014/main" id="{32657BF2-C438-5492-7A8C-81352BDFD743}"/>
              </a:ext>
            </a:extLst>
          </p:cNvPr>
          <p:cNvSpPr/>
          <p:nvPr/>
        </p:nvSpPr>
        <p:spPr>
          <a:xfrm>
            <a:off x="-1243948" y="0"/>
            <a:ext cx="12276666" cy="6858000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" name="Téglalap: lekerekített 31">
            <a:extLst>
              <a:ext uri="{FF2B5EF4-FFF2-40B4-BE49-F238E27FC236}">
                <a16:creationId xmlns:a16="http://schemas.microsoft.com/office/drawing/2014/main" id="{210F25DB-F8AE-1D9E-BEF7-35B3C85F7F0B}"/>
              </a:ext>
            </a:extLst>
          </p:cNvPr>
          <p:cNvSpPr/>
          <p:nvPr/>
        </p:nvSpPr>
        <p:spPr>
          <a:xfrm>
            <a:off x="10742391" y="2838289"/>
            <a:ext cx="603250" cy="814916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6" name="Téglalap: lekerekített 35">
            <a:extLst>
              <a:ext uri="{FF2B5EF4-FFF2-40B4-BE49-F238E27FC236}">
                <a16:creationId xmlns:a16="http://schemas.microsoft.com/office/drawing/2014/main" id="{75982339-0FAD-3754-4B9E-DF05DAEC728D}"/>
              </a:ext>
            </a:extLst>
          </p:cNvPr>
          <p:cNvSpPr/>
          <p:nvPr/>
        </p:nvSpPr>
        <p:spPr>
          <a:xfrm>
            <a:off x="-1527255" y="0"/>
            <a:ext cx="12296204" cy="6858000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Téglalap: lekerekített 39">
            <a:extLst>
              <a:ext uri="{FF2B5EF4-FFF2-40B4-BE49-F238E27FC236}">
                <a16:creationId xmlns:a16="http://schemas.microsoft.com/office/drawing/2014/main" id="{4A611B0B-4F92-A044-981B-139B9AFFB2B0}"/>
              </a:ext>
            </a:extLst>
          </p:cNvPr>
          <p:cNvSpPr/>
          <p:nvPr/>
        </p:nvSpPr>
        <p:spPr>
          <a:xfrm>
            <a:off x="10541811" y="3420238"/>
            <a:ext cx="603250" cy="814916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" name="Téglalap: lekerekített 30">
            <a:extLst>
              <a:ext uri="{FF2B5EF4-FFF2-40B4-BE49-F238E27FC236}">
                <a16:creationId xmlns:a16="http://schemas.microsoft.com/office/drawing/2014/main" id="{5E0D57E5-3FDD-E6B0-4C10-82BFC2992331}"/>
              </a:ext>
            </a:extLst>
          </p:cNvPr>
          <p:cNvSpPr/>
          <p:nvPr/>
        </p:nvSpPr>
        <p:spPr>
          <a:xfrm>
            <a:off x="-1751947" y="0"/>
            <a:ext cx="4275666" cy="6858000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3" name="Téglalap: lekerekített 32">
            <a:extLst>
              <a:ext uri="{FF2B5EF4-FFF2-40B4-BE49-F238E27FC236}">
                <a16:creationId xmlns:a16="http://schemas.microsoft.com/office/drawing/2014/main" id="{B37CC87D-0DD0-9C6C-E877-C8A9F35DDAE4}"/>
              </a:ext>
            </a:extLst>
          </p:cNvPr>
          <p:cNvSpPr/>
          <p:nvPr/>
        </p:nvSpPr>
        <p:spPr>
          <a:xfrm>
            <a:off x="2296581" y="3332932"/>
            <a:ext cx="603250" cy="814916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5" name="Téglalap: lekerekített 34">
            <a:extLst>
              <a:ext uri="{FF2B5EF4-FFF2-40B4-BE49-F238E27FC236}">
                <a16:creationId xmlns:a16="http://schemas.microsoft.com/office/drawing/2014/main" id="{C402A9C6-FA1E-8374-13F8-A8E538BDAB59}"/>
              </a:ext>
            </a:extLst>
          </p:cNvPr>
          <p:cNvSpPr/>
          <p:nvPr/>
        </p:nvSpPr>
        <p:spPr>
          <a:xfrm>
            <a:off x="-2058864" y="-1"/>
            <a:ext cx="4275666" cy="6858000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7" name="Téglalap: lekerekített 36">
            <a:extLst>
              <a:ext uri="{FF2B5EF4-FFF2-40B4-BE49-F238E27FC236}">
                <a16:creationId xmlns:a16="http://schemas.microsoft.com/office/drawing/2014/main" id="{8AD5E1CC-D0CE-CB12-7823-67C45931BFF7}"/>
              </a:ext>
            </a:extLst>
          </p:cNvPr>
          <p:cNvSpPr/>
          <p:nvPr/>
        </p:nvSpPr>
        <p:spPr>
          <a:xfrm>
            <a:off x="2000247" y="3957348"/>
            <a:ext cx="603250" cy="814916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9" name="Téglalap: lekerekített 38">
            <a:extLst>
              <a:ext uri="{FF2B5EF4-FFF2-40B4-BE49-F238E27FC236}">
                <a16:creationId xmlns:a16="http://schemas.microsoft.com/office/drawing/2014/main" id="{D63122D3-44A2-411F-684A-680EF2E35D66}"/>
              </a:ext>
            </a:extLst>
          </p:cNvPr>
          <p:cNvSpPr/>
          <p:nvPr/>
        </p:nvSpPr>
        <p:spPr>
          <a:xfrm>
            <a:off x="-2355197" y="-2"/>
            <a:ext cx="4275666" cy="6858000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1" name="Téglalap: lekerekített 40">
            <a:extLst>
              <a:ext uri="{FF2B5EF4-FFF2-40B4-BE49-F238E27FC236}">
                <a16:creationId xmlns:a16="http://schemas.microsoft.com/office/drawing/2014/main" id="{6B7714EB-04CE-3795-F61B-D9D8C8314175}"/>
              </a:ext>
            </a:extLst>
          </p:cNvPr>
          <p:cNvSpPr/>
          <p:nvPr/>
        </p:nvSpPr>
        <p:spPr>
          <a:xfrm>
            <a:off x="1725080" y="4634681"/>
            <a:ext cx="603250" cy="814916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Téglalap: lekerekített 42">
            <a:extLst>
              <a:ext uri="{FF2B5EF4-FFF2-40B4-BE49-F238E27FC236}">
                <a16:creationId xmlns:a16="http://schemas.microsoft.com/office/drawing/2014/main" id="{3E9C5C90-0B61-5F8D-3F1B-154251C5DFA7}"/>
              </a:ext>
            </a:extLst>
          </p:cNvPr>
          <p:cNvSpPr/>
          <p:nvPr/>
        </p:nvSpPr>
        <p:spPr>
          <a:xfrm>
            <a:off x="-2662113" y="-3"/>
            <a:ext cx="4275666" cy="6858000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5" name="Téglalap: lekerekített 44">
            <a:extLst>
              <a:ext uri="{FF2B5EF4-FFF2-40B4-BE49-F238E27FC236}">
                <a16:creationId xmlns:a16="http://schemas.microsoft.com/office/drawing/2014/main" id="{18E5C504-C06D-23DB-927B-76D5F5CF3D6A}"/>
              </a:ext>
            </a:extLst>
          </p:cNvPr>
          <p:cNvSpPr/>
          <p:nvPr/>
        </p:nvSpPr>
        <p:spPr>
          <a:xfrm>
            <a:off x="1428746" y="5343764"/>
            <a:ext cx="603250" cy="814916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Cím 1">
            <a:extLst>
              <a:ext uri="{FF2B5EF4-FFF2-40B4-BE49-F238E27FC236}">
                <a16:creationId xmlns:a16="http://schemas.microsoft.com/office/drawing/2014/main" id="{FD48CDBA-7892-9808-9F88-30FC6EFF09C8}"/>
              </a:ext>
            </a:extLst>
          </p:cNvPr>
          <p:cNvSpPr txBox="1">
            <a:spLocks/>
          </p:cNvSpPr>
          <p:nvPr/>
        </p:nvSpPr>
        <p:spPr>
          <a:xfrm>
            <a:off x="3618210" y="279888"/>
            <a:ext cx="5786068" cy="131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6600">
                <a:solidFill>
                  <a:srgbClr val="735751"/>
                </a:solidFill>
                <a:latin typeface="HGGothicE"/>
                <a:ea typeface="HGGothicE"/>
              </a:rPr>
              <a:t>Design</a:t>
            </a:r>
            <a:endParaRPr lang="hu-HU" sz="6600">
              <a:solidFill>
                <a:srgbClr val="E7D7C1"/>
              </a:solidFill>
              <a:latin typeface="HGGothicE"/>
              <a:ea typeface="HGGothicE"/>
            </a:endParaRPr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31A8D4BC-3445-F329-E9FC-A56B68FE6AC9}"/>
              </a:ext>
            </a:extLst>
          </p:cNvPr>
          <p:cNvSpPr txBox="1">
            <a:spLocks/>
          </p:cNvSpPr>
          <p:nvPr/>
        </p:nvSpPr>
        <p:spPr>
          <a:xfrm>
            <a:off x="3618209" y="1295887"/>
            <a:ext cx="5786068" cy="131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000" b="0">
                <a:solidFill>
                  <a:srgbClr val="735751"/>
                </a:solidFill>
                <a:latin typeface="HGGothicE"/>
                <a:ea typeface="HGGothicE"/>
              </a:rPr>
              <a:t>Future plan</a:t>
            </a:r>
            <a:endParaRPr lang="hu-HU" sz="4000" b="0" dirty="0">
              <a:solidFill>
                <a:srgbClr val="735751"/>
              </a:solidFill>
              <a:latin typeface="HGGothicE"/>
              <a:ea typeface="HGGothicE"/>
            </a:endParaRPr>
          </a:p>
        </p:txBody>
      </p:sp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DE5583FC-2161-68F0-8C50-3C9D7C1C346E}"/>
              </a:ext>
            </a:extLst>
          </p:cNvPr>
          <p:cNvSpPr/>
          <p:nvPr/>
        </p:nvSpPr>
        <p:spPr>
          <a:xfrm>
            <a:off x="3239314" y="2611642"/>
            <a:ext cx="6953250" cy="632557"/>
          </a:xfrm>
          <a:prstGeom prst="roundRect">
            <a:avLst/>
          </a:prstGeom>
          <a:solidFill>
            <a:srgbClr val="C7B1A0"/>
          </a:solidFill>
          <a:ln w="28575">
            <a:solidFill>
              <a:srgbClr val="7357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>
                <a:solidFill>
                  <a:srgbClr val="735751"/>
                </a:solidFill>
                <a:latin typeface="HGGothicE"/>
                <a:ea typeface="HGGothicE"/>
                <a:cs typeface="+mn-lt"/>
              </a:rPr>
              <a:t>Add card details to profile</a:t>
            </a:r>
            <a:endParaRPr lang="hu-HU" sz="2800">
              <a:solidFill>
                <a:srgbClr val="735751"/>
              </a:solidFill>
              <a:latin typeface="HGGothicE"/>
              <a:ea typeface="HGGothicE"/>
            </a:endParaRPr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79C6CE9E-DD91-C773-D74A-BAFF0E239614}"/>
              </a:ext>
            </a:extLst>
          </p:cNvPr>
          <p:cNvSpPr/>
          <p:nvPr/>
        </p:nvSpPr>
        <p:spPr>
          <a:xfrm>
            <a:off x="3239314" y="3832795"/>
            <a:ext cx="6953250" cy="632557"/>
          </a:xfrm>
          <a:prstGeom prst="roundRect">
            <a:avLst/>
          </a:prstGeom>
          <a:solidFill>
            <a:srgbClr val="C7B1A0"/>
          </a:solidFill>
          <a:ln w="28575">
            <a:solidFill>
              <a:srgbClr val="7357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hu-HU" sz="2800">
                <a:solidFill>
                  <a:srgbClr val="735751"/>
                </a:solidFill>
                <a:latin typeface="HGGothicE"/>
                <a:ea typeface="HGGothicE"/>
                <a:cs typeface="+mn-lt"/>
              </a:rPr>
              <a:t>Online payment integration</a:t>
            </a:r>
            <a:endParaRPr lang="hu-HU">
              <a:latin typeface="HGGothicE"/>
              <a:ea typeface="HGGothicE"/>
            </a:endParaRPr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6EEB9F08-13AD-57D4-EF03-F532171BBB31}"/>
              </a:ext>
            </a:extLst>
          </p:cNvPr>
          <p:cNvSpPr/>
          <p:nvPr/>
        </p:nvSpPr>
        <p:spPr>
          <a:xfrm>
            <a:off x="3239314" y="5044179"/>
            <a:ext cx="6953250" cy="632557"/>
          </a:xfrm>
          <a:prstGeom prst="roundRect">
            <a:avLst/>
          </a:prstGeom>
          <a:solidFill>
            <a:srgbClr val="C7B1A0"/>
          </a:solidFill>
          <a:ln w="28575">
            <a:solidFill>
              <a:srgbClr val="7357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hu-HU" sz="2800">
                <a:solidFill>
                  <a:srgbClr val="735751"/>
                </a:solidFill>
                <a:latin typeface="HGGothicE"/>
                <a:ea typeface="HGGothicE"/>
                <a:cs typeface="+mn-lt"/>
              </a:rPr>
              <a:t>Improved user features</a:t>
            </a:r>
            <a:endParaRPr lang="hu-HU">
              <a:latin typeface="HGGothicE"/>
              <a:ea typeface="HGGothicE"/>
            </a:endParaRPr>
          </a:p>
        </p:txBody>
      </p:sp>
    </p:spTree>
    <p:extLst>
      <p:ext uri="{BB962C8B-B14F-4D97-AF65-F5344CB8AC3E}">
        <p14:creationId xmlns:p14="http://schemas.microsoft.com/office/powerpoint/2010/main" val="335685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54F6F0-E439-74D3-4AE6-FFA86B84F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églalap: lekerekített 43">
            <a:extLst>
              <a:ext uri="{FF2B5EF4-FFF2-40B4-BE49-F238E27FC236}">
                <a16:creationId xmlns:a16="http://schemas.microsoft.com/office/drawing/2014/main" id="{DBD65057-AD37-2337-2849-050E543F1A38}"/>
              </a:ext>
            </a:extLst>
          </p:cNvPr>
          <p:cNvSpPr/>
          <p:nvPr/>
        </p:nvSpPr>
        <p:spPr>
          <a:xfrm>
            <a:off x="11538791" y="485204"/>
            <a:ext cx="603250" cy="814916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46621621-5E18-7881-7577-8B5A167F3ED8}"/>
              </a:ext>
            </a:extLst>
          </p:cNvPr>
          <p:cNvSpPr/>
          <p:nvPr/>
        </p:nvSpPr>
        <p:spPr>
          <a:xfrm>
            <a:off x="-267891" y="1"/>
            <a:ext cx="12276666" cy="6858000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2BE013E1-AA49-CF37-B3A2-154866845F1A}"/>
              </a:ext>
            </a:extLst>
          </p:cNvPr>
          <p:cNvSpPr/>
          <p:nvPr/>
        </p:nvSpPr>
        <p:spPr>
          <a:xfrm>
            <a:off x="11402145" y="1027767"/>
            <a:ext cx="603250" cy="814916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A251D2DE-93F4-C483-D3C6-0DA32989C400}"/>
              </a:ext>
            </a:extLst>
          </p:cNvPr>
          <p:cNvSpPr/>
          <p:nvPr/>
        </p:nvSpPr>
        <p:spPr>
          <a:xfrm>
            <a:off x="-106380" y="-9647"/>
            <a:ext cx="11959166" cy="6858000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: lekerekített 12">
            <a:extLst>
              <a:ext uri="{FF2B5EF4-FFF2-40B4-BE49-F238E27FC236}">
                <a16:creationId xmlns:a16="http://schemas.microsoft.com/office/drawing/2014/main" id="{DAB8A120-502A-4839-465B-932DA30E9A06}"/>
              </a:ext>
            </a:extLst>
          </p:cNvPr>
          <p:cNvSpPr/>
          <p:nvPr/>
        </p:nvSpPr>
        <p:spPr>
          <a:xfrm>
            <a:off x="-647902" y="-9646"/>
            <a:ext cx="12276665" cy="6858000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C12299A0-D4CC-E61B-7A0F-545B5AE1AA3E}"/>
              </a:ext>
            </a:extLst>
          </p:cNvPr>
          <p:cNvSpPr/>
          <p:nvPr/>
        </p:nvSpPr>
        <p:spPr>
          <a:xfrm>
            <a:off x="11236666" y="1585107"/>
            <a:ext cx="603250" cy="814916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: lekerekített 19">
            <a:extLst>
              <a:ext uri="{FF2B5EF4-FFF2-40B4-BE49-F238E27FC236}">
                <a16:creationId xmlns:a16="http://schemas.microsoft.com/office/drawing/2014/main" id="{ADC3164D-D595-2B69-B28A-371AC49C6964}"/>
              </a:ext>
            </a:extLst>
          </p:cNvPr>
          <p:cNvSpPr/>
          <p:nvPr/>
        </p:nvSpPr>
        <p:spPr>
          <a:xfrm>
            <a:off x="-941102" y="0"/>
            <a:ext cx="12276666" cy="6858000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Téglalap: lekerekített 23">
            <a:extLst>
              <a:ext uri="{FF2B5EF4-FFF2-40B4-BE49-F238E27FC236}">
                <a16:creationId xmlns:a16="http://schemas.microsoft.com/office/drawing/2014/main" id="{5600761A-7341-E494-08FE-C369E4444D4A}"/>
              </a:ext>
            </a:extLst>
          </p:cNvPr>
          <p:cNvSpPr/>
          <p:nvPr/>
        </p:nvSpPr>
        <p:spPr>
          <a:xfrm>
            <a:off x="11041404" y="2288492"/>
            <a:ext cx="603250" cy="814916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Téglalap: lekerekített 27">
            <a:extLst>
              <a:ext uri="{FF2B5EF4-FFF2-40B4-BE49-F238E27FC236}">
                <a16:creationId xmlns:a16="http://schemas.microsoft.com/office/drawing/2014/main" id="{32657BF2-C438-5492-7A8C-81352BDFD743}"/>
              </a:ext>
            </a:extLst>
          </p:cNvPr>
          <p:cNvSpPr/>
          <p:nvPr/>
        </p:nvSpPr>
        <p:spPr>
          <a:xfrm>
            <a:off x="-1243948" y="0"/>
            <a:ext cx="12276666" cy="6858000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" name="Téglalap: lekerekített 31">
            <a:extLst>
              <a:ext uri="{FF2B5EF4-FFF2-40B4-BE49-F238E27FC236}">
                <a16:creationId xmlns:a16="http://schemas.microsoft.com/office/drawing/2014/main" id="{210F25DB-F8AE-1D9E-BEF7-35B3C85F7F0B}"/>
              </a:ext>
            </a:extLst>
          </p:cNvPr>
          <p:cNvSpPr/>
          <p:nvPr/>
        </p:nvSpPr>
        <p:spPr>
          <a:xfrm>
            <a:off x="10742391" y="2838289"/>
            <a:ext cx="603250" cy="814916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6" name="Téglalap: lekerekített 35">
            <a:extLst>
              <a:ext uri="{FF2B5EF4-FFF2-40B4-BE49-F238E27FC236}">
                <a16:creationId xmlns:a16="http://schemas.microsoft.com/office/drawing/2014/main" id="{75982339-0FAD-3754-4B9E-DF05DAEC728D}"/>
              </a:ext>
            </a:extLst>
          </p:cNvPr>
          <p:cNvSpPr/>
          <p:nvPr/>
        </p:nvSpPr>
        <p:spPr>
          <a:xfrm>
            <a:off x="-1527255" y="0"/>
            <a:ext cx="12296204" cy="6858000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Téglalap: lekerekített 39">
            <a:extLst>
              <a:ext uri="{FF2B5EF4-FFF2-40B4-BE49-F238E27FC236}">
                <a16:creationId xmlns:a16="http://schemas.microsoft.com/office/drawing/2014/main" id="{4A611B0B-4F92-A044-981B-139B9AFFB2B0}"/>
              </a:ext>
            </a:extLst>
          </p:cNvPr>
          <p:cNvSpPr/>
          <p:nvPr/>
        </p:nvSpPr>
        <p:spPr>
          <a:xfrm>
            <a:off x="10541811" y="3420238"/>
            <a:ext cx="603250" cy="814916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" name="Téglalap: lekerekített 30">
            <a:extLst>
              <a:ext uri="{FF2B5EF4-FFF2-40B4-BE49-F238E27FC236}">
                <a16:creationId xmlns:a16="http://schemas.microsoft.com/office/drawing/2014/main" id="{5E0D57E5-3FDD-E6B0-4C10-82BFC2992331}"/>
              </a:ext>
            </a:extLst>
          </p:cNvPr>
          <p:cNvSpPr/>
          <p:nvPr/>
        </p:nvSpPr>
        <p:spPr>
          <a:xfrm>
            <a:off x="-1751947" y="0"/>
            <a:ext cx="4275666" cy="6858000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3" name="Téglalap: lekerekített 32">
            <a:extLst>
              <a:ext uri="{FF2B5EF4-FFF2-40B4-BE49-F238E27FC236}">
                <a16:creationId xmlns:a16="http://schemas.microsoft.com/office/drawing/2014/main" id="{B37CC87D-0DD0-9C6C-E877-C8A9F35DDAE4}"/>
              </a:ext>
            </a:extLst>
          </p:cNvPr>
          <p:cNvSpPr/>
          <p:nvPr/>
        </p:nvSpPr>
        <p:spPr>
          <a:xfrm>
            <a:off x="2296581" y="3332932"/>
            <a:ext cx="603250" cy="814916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5" name="Téglalap: lekerekített 34">
            <a:extLst>
              <a:ext uri="{FF2B5EF4-FFF2-40B4-BE49-F238E27FC236}">
                <a16:creationId xmlns:a16="http://schemas.microsoft.com/office/drawing/2014/main" id="{C402A9C6-FA1E-8374-13F8-A8E538BDAB59}"/>
              </a:ext>
            </a:extLst>
          </p:cNvPr>
          <p:cNvSpPr/>
          <p:nvPr/>
        </p:nvSpPr>
        <p:spPr>
          <a:xfrm>
            <a:off x="-2058864" y="-1"/>
            <a:ext cx="4275666" cy="6858000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7" name="Téglalap: lekerekített 36">
            <a:extLst>
              <a:ext uri="{FF2B5EF4-FFF2-40B4-BE49-F238E27FC236}">
                <a16:creationId xmlns:a16="http://schemas.microsoft.com/office/drawing/2014/main" id="{8AD5E1CC-D0CE-CB12-7823-67C45931BFF7}"/>
              </a:ext>
            </a:extLst>
          </p:cNvPr>
          <p:cNvSpPr/>
          <p:nvPr/>
        </p:nvSpPr>
        <p:spPr>
          <a:xfrm>
            <a:off x="2000247" y="3957348"/>
            <a:ext cx="603250" cy="814916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9" name="Téglalap: lekerekített 38">
            <a:extLst>
              <a:ext uri="{FF2B5EF4-FFF2-40B4-BE49-F238E27FC236}">
                <a16:creationId xmlns:a16="http://schemas.microsoft.com/office/drawing/2014/main" id="{D63122D3-44A2-411F-684A-680EF2E35D66}"/>
              </a:ext>
            </a:extLst>
          </p:cNvPr>
          <p:cNvSpPr/>
          <p:nvPr/>
        </p:nvSpPr>
        <p:spPr>
          <a:xfrm>
            <a:off x="-2355197" y="-2"/>
            <a:ext cx="4275666" cy="6858000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1" name="Téglalap: lekerekített 40">
            <a:extLst>
              <a:ext uri="{FF2B5EF4-FFF2-40B4-BE49-F238E27FC236}">
                <a16:creationId xmlns:a16="http://schemas.microsoft.com/office/drawing/2014/main" id="{6B7714EB-04CE-3795-F61B-D9D8C8314175}"/>
              </a:ext>
            </a:extLst>
          </p:cNvPr>
          <p:cNvSpPr/>
          <p:nvPr/>
        </p:nvSpPr>
        <p:spPr>
          <a:xfrm>
            <a:off x="1725080" y="4634681"/>
            <a:ext cx="603250" cy="814916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Téglalap: lekerekített 42">
            <a:extLst>
              <a:ext uri="{FF2B5EF4-FFF2-40B4-BE49-F238E27FC236}">
                <a16:creationId xmlns:a16="http://schemas.microsoft.com/office/drawing/2014/main" id="{3E9C5C90-0B61-5F8D-3F1B-154251C5DFA7}"/>
              </a:ext>
            </a:extLst>
          </p:cNvPr>
          <p:cNvSpPr/>
          <p:nvPr/>
        </p:nvSpPr>
        <p:spPr>
          <a:xfrm>
            <a:off x="-2662113" y="-3"/>
            <a:ext cx="4275666" cy="6858000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5" name="Téglalap: lekerekített 44">
            <a:extLst>
              <a:ext uri="{FF2B5EF4-FFF2-40B4-BE49-F238E27FC236}">
                <a16:creationId xmlns:a16="http://schemas.microsoft.com/office/drawing/2014/main" id="{18E5C504-C06D-23DB-927B-76D5F5CF3D6A}"/>
              </a:ext>
            </a:extLst>
          </p:cNvPr>
          <p:cNvSpPr/>
          <p:nvPr/>
        </p:nvSpPr>
        <p:spPr>
          <a:xfrm>
            <a:off x="1428746" y="5343764"/>
            <a:ext cx="603250" cy="814916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" name="Kép 1" descr="A képen szöveg, képernyőkép, Betűtípus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EDC1B19F-46B2-431C-BE9B-C006A3C5D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685" y="136770"/>
            <a:ext cx="5945783" cy="656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5915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54F6F0-E439-74D3-4AE6-FFA86B84F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églalap: lekerekített 43">
            <a:extLst>
              <a:ext uri="{FF2B5EF4-FFF2-40B4-BE49-F238E27FC236}">
                <a16:creationId xmlns:a16="http://schemas.microsoft.com/office/drawing/2014/main" id="{DBD65057-AD37-2337-2849-050E543F1A38}"/>
              </a:ext>
            </a:extLst>
          </p:cNvPr>
          <p:cNvSpPr/>
          <p:nvPr/>
        </p:nvSpPr>
        <p:spPr>
          <a:xfrm>
            <a:off x="11538791" y="485204"/>
            <a:ext cx="603250" cy="814916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46621621-5E18-7881-7577-8B5A167F3ED8}"/>
              </a:ext>
            </a:extLst>
          </p:cNvPr>
          <p:cNvSpPr/>
          <p:nvPr/>
        </p:nvSpPr>
        <p:spPr>
          <a:xfrm>
            <a:off x="-267891" y="1"/>
            <a:ext cx="12276666" cy="6858000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2BE013E1-AA49-CF37-B3A2-154866845F1A}"/>
              </a:ext>
            </a:extLst>
          </p:cNvPr>
          <p:cNvSpPr/>
          <p:nvPr/>
        </p:nvSpPr>
        <p:spPr>
          <a:xfrm>
            <a:off x="11402145" y="1027767"/>
            <a:ext cx="603250" cy="814916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A251D2DE-93F4-C483-D3C6-0DA32989C400}"/>
              </a:ext>
            </a:extLst>
          </p:cNvPr>
          <p:cNvSpPr/>
          <p:nvPr/>
        </p:nvSpPr>
        <p:spPr>
          <a:xfrm>
            <a:off x="-106380" y="-9647"/>
            <a:ext cx="11959166" cy="6858000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: lekerekített 12">
            <a:extLst>
              <a:ext uri="{FF2B5EF4-FFF2-40B4-BE49-F238E27FC236}">
                <a16:creationId xmlns:a16="http://schemas.microsoft.com/office/drawing/2014/main" id="{DAB8A120-502A-4839-465B-932DA30E9A06}"/>
              </a:ext>
            </a:extLst>
          </p:cNvPr>
          <p:cNvSpPr/>
          <p:nvPr/>
        </p:nvSpPr>
        <p:spPr>
          <a:xfrm>
            <a:off x="-647902" y="-9646"/>
            <a:ext cx="12276665" cy="6858000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C12299A0-D4CC-E61B-7A0F-545B5AE1AA3E}"/>
              </a:ext>
            </a:extLst>
          </p:cNvPr>
          <p:cNvSpPr/>
          <p:nvPr/>
        </p:nvSpPr>
        <p:spPr>
          <a:xfrm>
            <a:off x="11236666" y="1585107"/>
            <a:ext cx="603250" cy="814916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: lekerekített 19">
            <a:extLst>
              <a:ext uri="{FF2B5EF4-FFF2-40B4-BE49-F238E27FC236}">
                <a16:creationId xmlns:a16="http://schemas.microsoft.com/office/drawing/2014/main" id="{ADC3164D-D595-2B69-B28A-371AC49C6964}"/>
              </a:ext>
            </a:extLst>
          </p:cNvPr>
          <p:cNvSpPr/>
          <p:nvPr/>
        </p:nvSpPr>
        <p:spPr>
          <a:xfrm>
            <a:off x="-941102" y="0"/>
            <a:ext cx="12276666" cy="6858000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Téglalap: lekerekített 23">
            <a:extLst>
              <a:ext uri="{FF2B5EF4-FFF2-40B4-BE49-F238E27FC236}">
                <a16:creationId xmlns:a16="http://schemas.microsoft.com/office/drawing/2014/main" id="{5600761A-7341-E494-08FE-C369E4444D4A}"/>
              </a:ext>
            </a:extLst>
          </p:cNvPr>
          <p:cNvSpPr/>
          <p:nvPr/>
        </p:nvSpPr>
        <p:spPr>
          <a:xfrm>
            <a:off x="11041404" y="2288492"/>
            <a:ext cx="603250" cy="814916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Téglalap: lekerekített 27">
            <a:extLst>
              <a:ext uri="{FF2B5EF4-FFF2-40B4-BE49-F238E27FC236}">
                <a16:creationId xmlns:a16="http://schemas.microsoft.com/office/drawing/2014/main" id="{32657BF2-C438-5492-7A8C-81352BDFD743}"/>
              </a:ext>
            </a:extLst>
          </p:cNvPr>
          <p:cNvSpPr/>
          <p:nvPr/>
        </p:nvSpPr>
        <p:spPr>
          <a:xfrm>
            <a:off x="-1243948" y="0"/>
            <a:ext cx="12276666" cy="6858000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" name="Téglalap: lekerekített 31">
            <a:extLst>
              <a:ext uri="{FF2B5EF4-FFF2-40B4-BE49-F238E27FC236}">
                <a16:creationId xmlns:a16="http://schemas.microsoft.com/office/drawing/2014/main" id="{210F25DB-F8AE-1D9E-BEF7-35B3C85F7F0B}"/>
              </a:ext>
            </a:extLst>
          </p:cNvPr>
          <p:cNvSpPr/>
          <p:nvPr/>
        </p:nvSpPr>
        <p:spPr>
          <a:xfrm>
            <a:off x="10742391" y="2838289"/>
            <a:ext cx="603250" cy="814916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6" name="Téglalap: lekerekített 35">
            <a:extLst>
              <a:ext uri="{FF2B5EF4-FFF2-40B4-BE49-F238E27FC236}">
                <a16:creationId xmlns:a16="http://schemas.microsoft.com/office/drawing/2014/main" id="{75982339-0FAD-3754-4B9E-DF05DAEC728D}"/>
              </a:ext>
            </a:extLst>
          </p:cNvPr>
          <p:cNvSpPr/>
          <p:nvPr/>
        </p:nvSpPr>
        <p:spPr>
          <a:xfrm>
            <a:off x="-1527255" y="0"/>
            <a:ext cx="12296204" cy="6858000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Téglalap: lekerekített 39">
            <a:extLst>
              <a:ext uri="{FF2B5EF4-FFF2-40B4-BE49-F238E27FC236}">
                <a16:creationId xmlns:a16="http://schemas.microsoft.com/office/drawing/2014/main" id="{4A611B0B-4F92-A044-981B-139B9AFFB2B0}"/>
              </a:ext>
            </a:extLst>
          </p:cNvPr>
          <p:cNvSpPr/>
          <p:nvPr/>
        </p:nvSpPr>
        <p:spPr>
          <a:xfrm>
            <a:off x="10541811" y="3420238"/>
            <a:ext cx="603250" cy="814916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" name="Téglalap: lekerekített 30">
            <a:extLst>
              <a:ext uri="{FF2B5EF4-FFF2-40B4-BE49-F238E27FC236}">
                <a16:creationId xmlns:a16="http://schemas.microsoft.com/office/drawing/2014/main" id="{5E0D57E5-3FDD-E6B0-4C10-82BFC2992331}"/>
              </a:ext>
            </a:extLst>
          </p:cNvPr>
          <p:cNvSpPr/>
          <p:nvPr/>
        </p:nvSpPr>
        <p:spPr>
          <a:xfrm>
            <a:off x="-1751947" y="0"/>
            <a:ext cx="4275666" cy="6858000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3" name="Téglalap: lekerekített 32">
            <a:extLst>
              <a:ext uri="{FF2B5EF4-FFF2-40B4-BE49-F238E27FC236}">
                <a16:creationId xmlns:a16="http://schemas.microsoft.com/office/drawing/2014/main" id="{B37CC87D-0DD0-9C6C-E877-C8A9F35DDAE4}"/>
              </a:ext>
            </a:extLst>
          </p:cNvPr>
          <p:cNvSpPr/>
          <p:nvPr/>
        </p:nvSpPr>
        <p:spPr>
          <a:xfrm>
            <a:off x="2296581" y="3332932"/>
            <a:ext cx="603250" cy="814916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5" name="Téglalap: lekerekített 34">
            <a:extLst>
              <a:ext uri="{FF2B5EF4-FFF2-40B4-BE49-F238E27FC236}">
                <a16:creationId xmlns:a16="http://schemas.microsoft.com/office/drawing/2014/main" id="{C402A9C6-FA1E-8374-13F8-A8E538BDAB59}"/>
              </a:ext>
            </a:extLst>
          </p:cNvPr>
          <p:cNvSpPr/>
          <p:nvPr/>
        </p:nvSpPr>
        <p:spPr>
          <a:xfrm>
            <a:off x="-2058864" y="-1"/>
            <a:ext cx="4275666" cy="6858000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7" name="Téglalap: lekerekített 36">
            <a:extLst>
              <a:ext uri="{FF2B5EF4-FFF2-40B4-BE49-F238E27FC236}">
                <a16:creationId xmlns:a16="http://schemas.microsoft.com/office/drawing/2014/main" id="{8AD5E1CC-D0CE-CB12-7823-67C45931BFF7}"/>
              </a:ext>
            </a:extLst>
          </p:cNvPr>
          <p:cNvSpPr/>
          <p:nvPr/>
        </p:nvSpPr>
        <p:spPr>
          <a:xfrm>
            <a:off x="2000247" y="3957348"/>
            <a:ext cx="603250" cy="814916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9" name="Téglalap: lekerekített 38">
            <a:extLst>
              <a:ext uri="{FF2B5EF4-FFF2-40B4-BE49-F238E27FC236}">
                <a16:creationId xmlns:a16="http://schemas.microsoft.com/office/drawing/2014/main" id="{D63122D3-44A2-411F-684A-680EF2E35D66}"/>
              </a:ext>
            </a:extLst>
          </p:cNvPr>
          <p:cNvSpPr/>
          <p:nvPr/>
        </p:nvSpPr>
        <p:spPr>
          <a:xfrm>
            <a:off x="-2355197" y="-2"/>
            <a:ext cx="4275666" cy="6858000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1" name="Téglalap: lekerekített 40">
            <a:extLst>
              <a:ext uri="{FF2B5EF4-FFF2-40B4-BE49-F238E27FC236}">
                <a16:creationId xmlns:a16="http://schemas.microsoft.com/office/drawing/2014/main" id="{6B7714EB-04CE-3795-F61B-D9D8C8314175}"/>
              </a:ext>
            </a:extLst>
          </p:cNvPr>
          <p:cNvSpPr/>
          <p:nvPr/>
        </p:nvSpPr>
        <p:spPr>
          <a:xfrm>
            <a:off x="1725080" y="4634681"/>
            <a:ext cx="603250" cy="814916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Téglalap: lekerekített 42">
            <a:extLst>
              <a:ext uri="{FF2B5EF4-FFF2-40B4-BE49-F238E27FC236}">
                <a16:creationId xmlns:a16="http://schemas.microsoft.com/office/drawing/2014/main" id="{3E9C5C90-0B61-5F8D-3F1B-154251C5DFA7}"/>
              </a:ext>
            </a:extLst>
          </p:cNvPr>
          <p:cNvSpPr/>
          <p:nvPr/>
        </p:nvSpPr>
        <p:spPr>
          <a:xfrm>
            <a:off x="-2662113" y="-3"/>
            <a:ext cx="4275666" cy="6858000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5" name="Téglalap: lekerekített 44">
            <a:extLst>
              <a:ext uri="{FF2B5EF4-FFF2-40B4-BE49-F238E27FC236}">
                <a16:creationId xmlns:a16="http://schemas.microsoft.com/office/drawing/2014/main" id="{18E5C504-C06D-23DB-927B-76D5F5CF3D6A}"/>
              </a:ext>
            </a:extLst>
          </p:cNvPr>
          <p:cNvSpPr/>
          <p:nvPr/>
        </p:nvSpPr>
        <p:spPr>
          <a:xfrm>
            <a:off x="1428746" y="5343764"/>
            <a:ext cx="603250" cy="814916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" name="Kép 2" descr="A képen szöveg, képernyőkép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082AAD61-287F-8BF6-E023-DF440883A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633" y="489314"/>
            <a:ext cx="7327658" cy="600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3861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982E6D-D07B-5112-32D6-30B02400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églalap: lekerekített 43">
            <a:extLst>
              <a:ext uri="{FF2B5EF4-FFF2-40B4-BE49-F238E27FC236}">
                <a16:creationId xmlns:a16="http://schemas.microsoft.com/office/drawing/2014/main" id="{B20CABC9-1A5D-2DE8-B71F-4CBC1F4CCAEC}"/>
              </a:ext>
            </a:extLst>
          </p:cNvPr>
          <p:cNvSpPr/>
          <p:nvPr/>
        </p:nvSpPr>
        <p:spPr>
          <a:xfrm>
            <a:off x="11538791" y="485204"/>
            <a:ext cx="603250" cy="814916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8D5A419D-6CAC-1B6C-E4F8-E31BBA79EA61}"/>
              </a:ext>
            </a:extLst>
          </p:cNvPr>
          <p:cNvSpPr/>
          <p:nvPr/>
        </p:nvSpPr>
        <p:spPr>
          <a:xfrm>
            <a:off x="-267891" y="1"/>
            <a:ext cx="12276666" cy="6858000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41C13943-66B2-3EDB-4137-803E026C9412}"/>
              </a:ext>
            </a:extLst>
          </p:cNvPr>
          <p:cNvSpPr/>
          <p:nvPr/>
        </p:nvSpPr>
        <p:spPr>
          <a:xfrm>
            <a:off x="11402145" y="1027767"/>
            <a:ext cx="603250" cy="814916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F839F481-C1B3-CD7D-4600-15D0BFECF5FD}"/>
              </a:ext>
            </a:extLst>
          </p:cNvPr>
          <p:cNvSpPr/>
          <p:nvPr/>
        </p:nvSpPr>
        <p:spPr>
          <a:xfrm>
            <a:off x="-106380" y="-9647"/>
            <a:ext cx="11959166" cy="6858000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: lekerekített 12">
            <a:extLst>
              <a:ext uri="{FF2B5EF4-FFF2-40B4-BE49-F238E27FC236}">
                <a16:creationId xmlns:a16="http://schemas.microsoft.com/office/drawing/2014/main" id="{13965FB1-DC3E-8DCA-4087-246C165EAFC2}"/>
              </a:ext>
            </a:extLst>
          </p:cNvPr>
          <p:cNvSpPr/>
          <p:nvPr/>
        </p:nvSpPr>
        <p:spPr>
          <a:xfrm>
            <a:off x="-647902" y="-9646"/>
            <a:ext cx="12276665" cy="6858000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C191E302-9E91-49AA-DCF4-781150CE48F1}"/>
              </a:ext>
            </a:extLst>
          </p:cNvPr>
          <p:cNvSpPr/>
          <p:nvPr/>
        </p:nvSpPr>
        <p:spPr>
          <a:xfrm>
            <a:off x="11236666" y="1585107"/>
            <a:ext cx="603250" cy="814916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: lekerekített 19">
            <a:extLst>
              <a:ext uri="{FF2B5EF4-FFF2-40B4-BE49-F238E27FC236}">
                <a16:creationId xmlns:a16="http://schemas.microsoft.com/office/drawing/2014/main" id="{13A80A7D-A89C-C0AF-FC8C-89407D48A7A6}"/>
              </a:ext>
            </a:extLst>
          </p:cNvPr>
          <p:cNvSpPr/>
          <p:nvPr/>
        </p:nvSpPr>
        <p:spPr>
          <a:xfrm>
            <a:off x="-941102" y="0"/>
            <a:ext cx="12276666" cy="6858000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Téglalap: lekerekített 23">
            <a:extLst>
              <a:ext uri="{FF2B5EF4-FFF2-40B4-BE49-F238E27FC236}">
                <a16:creationId xmlns:a16="http://schemas.microsoft.com/office/drawing/2014/main" id="{69A88FA6-B562-2995-9065-94C0B818419D}"/>
              </a:ext>
            </a:extLst>
          </p:cNvPr>
          <p:cNvSpPr/>
          <p:nvPr/>
        </p:nvSpPr>
        <p:spPr>
          <a:xfrm>
            <a:off x="11041404" y="2288492"/>
            <a:ext cx="603250" cy="814916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Téglalap: lekerekített 27">
            <a:extLst>
              <a:ext uri="{FF2B5EF4-FFF2-40B4-BE49-F238E27FC236}">
                <a16:creationId xmlns:a16="http://schemas.microsoft.com/office/drawing/2014/main" id="{8EA92AF1-A1A4-FE7E-7282-D6CF1B5D75D5}"/>
              </a:ext>
            </a:extLst>
          </p:cNvPr>
          <p:cNvSpPr/>
          <p:nvPr/>
        </p:nvSpPr>
        <p:spPr>
          <a:xfrm>
            <a:off x="-1243948" y="0"/>
            <a:ext cx="12276666" cy="6858000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" name="Téglalap: lekerekített 31">
            <a:extLst>
              <a:ext uri="{FF2B5EF4-FFF2-40B4-BE49-F238E27FC236}">
                <a16:creationId xmlns:a16="http://schemas.microsoft.com/office/drawing/2014/main" id="{D570CC87-F04B-D251-7A23-76692A8B0B4E}"/>
              </a:ext>
            </a:extLst>
          </p:cNvPr>
          <p:cNvSpPr/>
          <p:nvPr/>
        </p:nvSpPr>
        <p:spPr>
          <a:xfrm>
            <a:off x="10742391" y="2838289"/>
            <a:ext cx="603250" cy="814916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6" name="Téglalap: lekerekített 35">
            <a:extLst>
              <a:ext uri="{FF2B5EF4-FFF2-40B4-BE49-F238E27FC236}">
                <a16:creationId xmlns:a16="http://schemas.microsoft.com/office/drawing/2014/main" id="{150B55FB-EFB9-3185-A455-C32084825A8B}"/>
              </a:ext>
            </a:extLst>
          </p:cNvPr>
          <p:cNvSpPr/>
          <p:nvPr/>
        </p:nvSpPr>
        <p:spPr>
          <a:xfrm>
            <a:off x="-1527255" y="0"/>
            <a:ext cx="12296204" cy="6858000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Téglalap: lekerekített 39">
            <a:extLst>
              <a:ext uri="{FF2B5EF4-FFF2-40B4-BE49-F238E27FC236}">
                <a16:creationId xmlns:a16="http://schemas.microsoft.com/office/drawing/2014/main" id="{4D953240-5056-1FC6-6B69-3B382CB35E66}"/>
              </a:ext>
            </a:extLst>
          </p:cNvPr>
          <p:cNvSpPr/>
          <p:nvPr/>
        </p:nvSpPr>
        <p:spPr>
          <a:xfrm>
            <a:off x="10541811" y="3420238"/>
            <a:ext cx="603250" cy="814916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" name="Téglalap: lekerekített 30">
            <a:extLst>
              <a:ext uri="{FF2B5EF4-FFF2-40B4-BE49-F238E27FC236}">
                <a16:creationId xmlns:a16="http://schemas.microsoft.com/office/drawing/2014/main" id="{2089ED48-6C42-439A-9624-1C413D3A3BA1}"/>
              </a:ext>
            </a:extLst>
          </p:cNvPr>
          <p:cNvSpPr/>
          <p:nvPr/>
        </p:nvSpPr>
        <p:spPr>
          <a:xfrm>
            <a:off x="-1751947" y="0"/>
            <a:ext cx="4275666" cy="6858000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3" name="Téglalap: lekerekített 32">
            <a:extLst>
              <a:ext uri="{FF2B5EF4-FFF2-40B4-BE49-F238E27FC236}">
                <a16:creationId xmlns:a16="http://schemas.microsoft.com/office/drawing/2014/main" id="{16159BCE-F5B8-9665-6035-ED34ABF87802}"/>
              </a:ext>
            </a:extLst>
          </p:cNvPr>
          <p:cNvSpPr/>
          <p:nvPr/>
        </p:nvSpPr>
        <p:spPr>
          <a:xfrm>
            <a:off x="2296581" y="3332932"/>
            <a:ext cx="603250" cy="814916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5" name="Téglalap: lekerekített 34">
            <a:extLst>
              <a:ext uri="{FF2B5EF4-FFF2-40B4-BE49-F238E27FC236}">
                <a16:creationId xmlns:a16="http://schemas.microsoft.com/office/drawing/2014/main" id="{9009A8EB-42E5-3558-A251-075B0ABA49DB}"/>
              </a:ext>
            </a:extLst>
          </p:cNvPr>
          <p:cNvSpPr/>
          <p:nvPr/>
        </p:nvSpPr>
        <p:spPr>
          <a:xfrm>
            <a:off x="-2058864" y="-1"/>
            <a:ext cx="4275666" cy="6858000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7" name="Téglalap: lekerekített 36">
            <a:extLst>
              <a:ext uri="{FF2B5EF4-FFF2-40B4-BE49-F238E27FC236}">
                <a16:creationId xmlns:a16="http://schemas.microsoft.com/office/drawing/2014/main" id="{4C29399F-5480-EF95-F8A8-931F6864B02A}"/>
              </a:ext>
            </a:extLst>
          </p:cNvPr>
          <p:cNvSpPr/>
          <p:nvPr/>
        </p:nvSpPr>
        <p:spPr>
          <a:xfrm>
            <a:off x="2000247" y="3957348"/>
            <a:ext cx="603250" cy="814916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9" name="Téglalap: lekerekített 38">
            <a:extLst>
              <a:ext uri="{FF2B5EF4-FFF2-40B4-BE49-F238E27FC236}">
                <a16:creationId xmlns:a16="http://schemas.microsoft.com/office/drawing/2014/main" id="{578A5C26-DBA3-392C-C241-3261E1422DF6}"/>
              </a:ext>
            </a:extLst>
          </p:cNvPr>
          <p:cNvSpPr/>
          <p:nvPr/>
        </p:nvSpPr>
        <p:spPr>
          <a:xfrm>
            <a:off x="-2355197" y="-2"/>
            <a:ext cx="4275666" cy="6858000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1" name="Téglalap: lekerekített 40">
            <a:extLst>
              <a:ext uri="{FF2B5EF4-FFF2-40B4-BE49-F238E27FC236}">
                <a16:creationId xmlns:a16="http://schemas.microsoft.com/office/drawing/2014/main" id="{D4817A7D-1599-BE7F-5230-FE47918A6B4D}"/>
              </a:ext>
            </a:extLst>
          </p:cNvPr>
          <p:cNvSpPr/>
          <p:nvPr/>
        </p:nvSpPr>
        <p:spPr>
          <a:xfrm>
            <a:off x="1725080" y="4634681"/>
            <a:ext cx="603250" cy="814916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Téglalap: lekerekített 42">
            <a:extLst>
              <a:ext uri="{FF2B5EF4-FFF2-40B4-BE49-F238E27FC236}">
                <a16:creationId xmlns:a16="http://schemas.microsoft.com/office/drawing/2014/main" id="{E433E081-9DFF-2A22-6307-6201FE583A7B}"/>
              </a:ext>
            </a:extLst>
          </p:cNvPr>
          <p:cNvSpPr/>
          <p:nvPr/>
        </p:nvSpPr>
        <p:spPr>
          <a:xfrm>
            <a:off x="-2662113" y="-3"/>
            <a:ext cx="4275666" cy="6858000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5" name="Téglalap: lekerekített 44">
            <a:extLst>
              <a:ext uri="{FF2B5EF4-FFF2-40B4-BE49-F238E27FC236}">
                <a16:creationId xmlns:a16="http://schemas.microsoft.com/office/drawing/2014/main" id="{E207621F-E364-1CAE-1A75-4FE2B5E20EF3}"/>
              </a:ext>
            </a:extLst>
          </p:cNvPr>
          <p:cNvSpPr/>
          <p:nvPr/>
        </p:nvSpPr>
        <p:spPr>
          <a:xfrm>
            <a:off x="1428746" y="5343764"/>
            <a:ext cx="603250" cy="814916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" name="Kép 1" descr="A képen szöveg, képernyőkép, piros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27332059-B63B-E623-0A1B-DF014DCAD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634" y="406154"/>
            <a:ext cx="7249502" cy="603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8563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0731EE-DCE3-3A75-D169-AA4E3090E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2C08D7B4-49DE-4346-7F64-9AA53881C643}"/>
              </a:ext>
            </a:extLst>
          </p:cNvPr>
          <p:cNvSpPr/>
          <p:nvPr/>
        </p:nvSpPr>
        <p:spPr>
          <a:xfrm>
            <a:off x="11538791" y="485204"/>
            <a:ext cx="603250" cy="814916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07C25B57-01BF-2532-E077-EC0F279E671D}"/>
              </a:ext>
            </a:extLst>
          </p:cNvPr>
          <p:cNvSpPr/>
          <p:nvPr/>
        </p:nvSpPr>
        <p:spPr>
          <a:xfrm>
            <a:off x="-267891" y="1"/>
            <a:ext cx="12276666" cy="6858000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Téglalap: lekerekített 10">
            <a:extLst>
              <a:ext uri="{FF2B5EF4-FFF2-40B4-BE49-F238E27FC236}">
                <a16:creationId xmlns:a16="http://schemas.microsoft.com/office/drawing/2014/main" id="{2F46944B-7AB5-DCD7-9688-9995FF6C9EFC}"/>
              </a:ext>
            </a:extLst>
          </p:cNvPr>
          <p:cNvSpPr/>
          <p:nvPr/>
        </p:nvSpPr>
        <p:spPr>
          <a:xfrm>
            <a:off x="11402145" y="1027767"/>
            <a:ext cx="603250" cy="814916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: lekerekített 12">
            <a:extLst>
              <a:ext uri="{FF2B5EF4-FFF2-40B4-BE49-F238E27FC236}">
                <a16:creationId xmlns:a16="http://schemas.microsoft.com/office/drawing/2014/main" id="{0EBF1C11-6499-39F8-15F2-9710C9EFF5B6}"/>
              </a:ext>
            </a:extLst>
          </p:cNvPr>
          <p:cNvSpPr/>
          <p:nvPr/>
        </p:nvSpPr>
        <p:spPr>
          <a:xfrm>
            <a:off x="-106380" y="-9647"/>
            <a:ext cx="11959166" cy="6858000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5BC67437-41B8-3C16-476A-FC04D5289415}"/>
              </a:ext>
            </a:extLst>
          </p:cNvPr>
          <p:cNvSpPr/>
          <p:nvPr/>
        </p:nvSpPr>
        <p:spPr>
          <a:xfrm>
            <a:off x="-647902" y="-9646"/>
            <a:ext cx="12276665" cy="6858000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: lekerekített 19">
            <a:extLst>
              <a:ext uri="{FF2B5EF4-FFF2-40B4-BE49-F238E27FC236}">
                <a16:creationId xmlns:a16="http://schemas.microsoft.com/office/drawing/2014/main" id="{F29CF55A-2001-DDF5-F69F-465E47F89073}"/>
              </a:ext>
            </a:extLst>
          </p:cNvPr>
          <p:cNvSpPr/>
          <p:nvPr/>
        </p:nvSpPr>
        <p:spPr>
          <a:xfrm>
            <a:off x="11236666" y="1585107"/>
            <a:ext cx="603250" cy="814916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Téglalap: lekerekített 23">
            <a:extLst>
              <a:ext uri="{FF2B5EF4-FFF2-40B4-BE49-F238E27FC236}">
                <a16:creationId xmlns:a16="http://schemas.microsoft.com/office/drawing/2014/main" id="{AFF9145A-FBF2-76EF-6F22-21AA1D51F183}"/>
              </a:ext>
            </a:extLst>
          </p:cNvPr>
          <p:cNvSpPr/>
          <p:nvPr/>
        </p:nvSpPr>
        <p:spPr>
          <a:xfrm>
            <a:off x="-941102" y="0"/>
            <a:ext cx="12276666" cy="6858000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Téglalap: lekerekített 27">
            <a:extLst>
              <a:ext uri="{FF2B5EF4-FFF2-40B4-BE49-F238E27FC236}">
                <a16:creationId xmlns:a16="http://schemas.microsoft.com/office/drawing/2014/main" id="{F1404EE5-B871-3AD9-8129-CE5101BB5B0C}"/>
              </a:ext>
            </a:extLst>
          </p:cNvPr>
          <p:cNvSpPr/>
          <p:nvPr/>
        </p:nvSpPr>
        <p:spPr>
          <a:xfrm>
            <a:off x="11041404" y="2288492"/>
            <a:ext cx="603250" cy="814916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" name="Téglalap: lekerekített 31">
            <a:extLst>
              <a:ext uri="{FF2B5EF4-FFF2-40B4-BE49-F238E27FC236}">
                <a16:creationId xmlns:a16="http://schemas.microsoft.com/office/drawing/2014/main" id="{147FE6B9-850F-D415-5129-148727B97778}"/>
              </a:ext>
            </a:extLst>
          </p:cNvPr>
          <p:cNvSpPr/>
          <p:nvPr/>
        </p:nvSpPr>
        <p:spPr>
          <a:xfrm>
            <a:off x="-1243948" y="0"/>
            <a:ext cx="12276666" cy="6858000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6" name="Téglalap: lekerekített 35">
            <a:extLst>
              <a:ext uri="{FF2B5EF4-FFF2-40B4-BE49-F238E27FC236}">
                <a16:creationId xmlns:a16="http://schemas.microsoft.com/office/drawing/2014/main" id="{82D7445A-1ABA-969D-C03C-0ABAC1AC8772}"/>
              </a:ext>
            </a:extLst>
          </p:cNvPr>
          <p:cNvSpPr/>
          <p:nvPr/>
        </p:nvSpPr>
        <p:spPr>
          <a:xfrm>
            <a:off x="10742391" y="2838289"/>
            <a:ext cx="603250" cy="814916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Téglalap: lekerekített 39">
            <a:extLst>
              <a:ext uri="{FF2B5EF4-FFF2-40B4-BE49-F238E27FC236}">
                <a16:creationId xmlns:a16="http://schemas.microsoft.com/office/drawing/2014/main" id="{287C2C28-B113-DECB-7110-ECD5599067F8}"/>
              </a:ext>
            </a:extLst>
          </p:cNvPr>
          <p:cNvSpPr/>
          <p:nvPr/>
        </p:nvSpPr>
        <p:spPr>
          <a:xfrm>
            <a:off x="-1527255" y="0"/>
            <a:ext cx="12296204" cy="6858000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4" name="Téglalap: lekerekített 43">
            <a:extLst>
              <a:ext uri="{FF2B5EF4-FFF2-40B4-BE49-F238E27FC236}">
                <a16:creationId xmlns:a16="http://schemas.microsoft.com/office/drawing/2014/main" id="{5FA45B28-23C3-207B-E5C3-0057CC4BCFFC}"/>
              </a:ext>
            </a:extLst>
          </p:cNvPr>
          <p:cNvSpPr/>
          <p:nvPr/>
        </p:nvSpPr>
        <p:spPr>
          <a:xfrm>
            <a:off x="10541811" y="3420238"/>
            <a:ext cx="603250" cy="814916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" name="Téglalap: lekerekített 30">
            <a:extLst>
              <a:ext uri="{FF2B5EF4-FFF2-40B4-BE49-F238E27FC236}">
                <a16:creationId xmlns:a16="http://schemas.microsoft.com/office/drawing/2014/main" id="{26136A69-6A36-0F53-8B2B-A9A316DE7FA3}"/>
              </a:ext>
            </a:extLst>
          </p:cNvPr>
          <p:cNvSpPr/>
          <p:nvPr/>
        </p:nvSpPr>
        <p:spPr>
          <a:xfrm>
            <a:off x="-1751947" y="0"/>
            <a:ext cx="12296204" cy="6858000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3" name="Téglalap: lekerekített 32">
            <a:extLst>
              <a:ext uri="{FF2B5EF4-FFF2-40B4-BE49-F238E27FC236}">
                <a16:creationId xmlns:a16="http://schemas.microsoft.com/office/drawing/2014/main" id="{6753BC3B-67F8-2345-905F-24C539192B14}"/>
              </a:ext>
            </a:extLst>
          </p:cNvPr>
          <p:cNvSpPr/>
          <p:nvPr/>
        </p:nvSpPr>
        <p:spPr>
          <a:xfrm>
            <a:off x="10355949" y="3959276"/>
            <a:ext cx="583712" cy="814916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5" name="Téglalap: lekerekített 34">
            <a:extLst>
              <a:ext uri="{FF2B5EF4-FFF2-40B4-BE49-F238E27FC236}">
                <a16:creationId xmlns:a16="http://schemas.microsoft.com/office/drawing/2014/main" id="{AB0A2B74-54A5-280B-197B-89598160CA14}"/>
              </a:ext>
            </a:extLst>
          </p:cNvPr>
          <p:cNvSpPr/>
          <p:nvPr/>
        </p:nvSpPr>
        <p:spPr>
          <a:xfrm>
            <a:off x="-2058864" y="-1"/>
            <a:ext cx="4275666" cy="6858000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7" name="Téglalap: lekerekített 36">
            <a:extLst>
              <a:ext uri="{FF2B5EF4-FFF2-40B4-BE49-F238E27FC236}">
                <a16:creationId xmlns:a16="http://schemas.microsoft.com/office/drawing/2014/main" id="{3DD42522-D397-4F13-738C-DB77C0E07CF9}"/>
              </a:ext>
            </a:extLst>
          </p:cNvPr>
          <p:cNvSpPr/>
          <p:nvPr/>
        </p:nvSpPr>
        <p:spPr>
          <a:xfrm>
            <a:off x="2000247" y="3957348"/>
            <a:ext cx="603250" cy="814916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9" name="Téglalap: lekerekített 38">
            <a:extLst>
              <a:ext uri="{FF2B5EF4-FFF2-40B4-BE49-F238E27FC236}">
                <a16:creationId xmlns:a16="http://schemas.microsoft.com/office/drawing/2014/main" id="{55831E84-88A4-BC76-D0C5-E9A1E127F941}"/>
              </a:ext>
            </a:extLst>
          </p:cNvPr>
          <p:cNvSpPr/>
          <p:nvPr/>
        </p:nvSpPr>
        <p:spPr>
          <a:xfrm>
            <a:off x="-2355197" y="-2"/>
            <a:ext cx="4275666" cy="6858000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1" name="Téglalap: lekerekített 40">
            <a:extLst>
              <a:ext uri="{FF2B5EF4-FFF2-40B4-BE49-F238E27FC236}">
                <a16:creationId xmlns:a16="http://schemas.microsoft.com/office/drawing/2014/main" id="{FF360122-1FEE-4074-A6E0-352286A5AC67}"/>
              </a:ext>
            </a:extLst>
          </p:cNvPr>
          <p:cNvSpPr/>
          <p:nvPr/>
        </p:nvSpPr>
        <p:spPr>
          <a:xfrm>
            <a:off x="1725080" y="4634681"/>
            <a:ext cx="603250" cy="814916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Téglalap: lekerekített 42">
            <a:extLst>
              <a:ext uri="{FF2B5EF4-FFF2-40B4-BE49-F238E27FC236}">
                <a16:creationId xmlns:a16="http://schemas.microsoft.com/office/drawing/2014/main" id="{FDCC4252-8F43-5919-4441-6B0F378087EB}"/>
              </a:ext>
            </a:extLst>
          </p:cNvPr>
          <p:cNvSpPr/>
          <p:nvPr/>
        </p:nvSpPr>
        <p:spPr>
          <a:xfrm>
            <a:off x="-2662113" y="-3"/>
            <a:ext cx="4275666" cy="6858000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5" name="Téglalap: lekerekített 44">
            <a:extLst>
              <a:ext uri="{FF2B5EF4-FFF2-40B4-BE49-F238E27FC236}">
                <a16:creationId xmlns:a16="http://schemas.microsoft.com/office/drawing/2014/main" id="{B795E113-D804-122F-307F-3C1D4EAD8C81}"/>
              </a:ext>
            </a:extLst>
          </p:cNvPr>
          <p:cNvSpPr/>
          <p:nvPr/>
        </p:nvSpPr>
        <p:spPr>
          <a:xfrm>
            <a:off x="1428746" y="5343764"/>
            <a:ext cx="603250" cy="814916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5650BCB1-1B6D-0128-5727-A675908A6C8D}"/>
              </a:ext>
            </a:extLst>
          </p:cNvPr>
          <p:cNvSpPr txBox="1">
            <a:spLocks/>
          </p:cNvSpPr>
          <p:nvPr/>
        </p:nvSpPr>
        <p:spPr>
          <a:xfrm>
            <a:off x="3618210" y="279888"/>
            <a:ext cx="5786068" cy="131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6600">
                <a:solidFill>
                  <a:srgbClr val="735751"/>
                </a:solidFill>
                <a:latin typeface="HGGothicE"/>
                <a:ea typeface="HGGothicE"/>
              </a:rPr>
              <a:t>Frontend </a:t>
            </a:r>
          </a:p>
        </p:txBody>
      </p:sp>
      <p:sp>
        <p:nvSpPr>
          <p:cNvPr id="6" name="Cím 1">
            <a:extLst>
              <a:ext uri="{FF2B5EF4-FFF2-40B4-BE49-F238E27FC236}">
                <a16:creationId xmlns:a16="http://schemas.microsoft.com/office/drawing/2014/main" id="{65411963-8F0B-079A-BEF6-10F33C182746}"/>
              </a:ext>
            </a:extLst>
          </p:cNvPr>
          <p:cNvSpPr txBox="1">
            <a:spLocks/>
          </p:cNvSpPr>
          <p:nvPr/>
        </p:nvSpPr>
        <p:spPr>
          <a:xfrm>
            <a:off x="2944132" y="1882042"/>
            <a:ext cx="7134221" cy="41417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Arial"/>
              <a:buChar char="•"/>
            </a:pP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Provides</a:t>
            </a: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the</a:t>
            </a: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user</a:t>
            </a: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interface</a:t>
            </a: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of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the</a:t>
            </a: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system</a:t>
            </a:r>
            <a:endParaRPr lang="hu-HU" sz="2800" err="1"/>
          </a:p>
          <a:p>
            <a:pPr marL="285750" indent="-285750">
              <a:buFont typeface="Arial"/>
              <a:buChar char="•"/>
            </a:pPr>
            <a:endParaRPr lang="hu-HU" sz="2800" b="0">
              <a:solidFill>
                <a:srgbClr val="735751"/>
              </a:solidFill>
              <a:ea typeface="+mj-lt"/>
              <a:cs typeface="+mj-lt"/>
            </a:endParaRPr>
          </a:p>
          <a:p>
            <a:pPr marL="285750" indent="-285750">
              <a:buFont typeface="Arial"/>
              <a:buChar char="•"/>
            </a:pP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Ensures</a:t>
            </a: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smooth</a:t>
            </a: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user</a:t>
            </a: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interaction</a:t>
            </a:r>
            <a:endParaRPr lang="hu-HU" sz="2800" err="1"/>
          </a:p>
          <a:p>
            <a:pPr marL="285750" indent="-285750">
              <a:buFont typeface="Arial"/>
              <a:buChar char="•"/>
            </a:pPr>
            <a:endParaRPr lang="hu-HU" sz="2800" b="0">
              <a:solidFill>
                <a:srgbClr val="735751"/>
              </a:solidFill>
              <a:ea typeface="+mj-lt"/>
              <a:cs typeface="+mj-lt"/>
            </a:endParaRPr>
          </a:p>
          <a:p>
            <a:pPr marL="285750" indent="-285750">
              <a:buFont typeface="Arial"/>
              <a:buChar char="•"/>
            </a:pP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Displays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dynamic</a:t>
            </a: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data</a:t>
            </a: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from</a:t>
            </a: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the</a:t>
            </a: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backend</a:t>
            </a:r>
            <a:endParaRPr lang="hu-HU" sz="2800"/>
          </a:p>
          <a:p>
            <a:pPr marL="285750" indent="-285750">
              <a:buFont typeface="Arial"/>
              <a:buChar char="•"/>
            </a:pPr>
            <a:endParaRPr lang="hu-HU" sz="2800" b="0">
              <a:solidFill>
                <a:srgbClr val="735751"/>
              </a:solidFill>
              <a:ea typeface="+mj-lt"/>
              <a:cs typeface="+mj-lt"/>
            </a:endParaRPr>
          </a:p>
          <a:p>
            <a:pPr marL="285750" indent="-285750">
              <a:buFont typeface="Arial"/>
              <a:buChar char="•"/>
            </a:pP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Handles</a:t>
            </a: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form</a:t>
            </a: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validation</a:t>
            </a: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and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user</a:t>
            </a: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input</a:t>
            </a:r>
            <a:endParaRPr lang="hu-HU" sz="2800"/>
          </a:p>
          <a:p>
            <a:pPr marL="285750" indent="-285750">
              <a:buFont typeface="Arial"/>
              <a:buChar char="•"/>
            </a:pPr>
            <a:endParaRPr lang="hu-HU" sz="2800" b="0">
              <a:solidFill>
                <a:srgbClr val="735751"/>
              </a:solidFill>
              <a:ea typeface="+mj-lt"/>
              <a:cs typeface="+mj-lt"/>
            </a:endParaRPr>
          </a:p>
          <a:p>
            <a:pPr marL="285750" indent="-285750">
              <a:buFont typeface="Arial"/>
              <a:buChar char="•"/>
            </a:pP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Improves</a:t>
            </a: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overall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user</a:t>
            </a: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experience</a:t>
            </a:r>
            <a:endParaRPr lang="hu-HU" sz="2800" err="1"/>
          </a:p>
          <a:p>
            <a:endParaRPr lang="hu-HU" sz="3200">
              <a:solidFill>
                <a:srgbClr val="735751"/>
              </a:solidFill>
              <a:latin typeface="HGGothicE"/>
              <a:ea typeface="HGGothicE"/>
            </a:endParaRPr>
          </a:p>
        </p:txBody>
      </p:sp>
    </p:spTree>
    <p:extLst>
      <p:ext uri="{BB962C8B-B14F-4D97-AF65-F5344CB8AC3E}">
        <p14:creationId xmlns:p14="http://schemas.microsoft.com/office/powerpoint/2010/main" val="1654915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694934-FBF3-56B3-1245-046A8BC20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3453004D-7B7E-1A25-8225-303145DC36F7}"/>
              </a:ext>
            </a:extLst>
          </p:cNvPr>
          <p:cNvSpPr/>
          <p:nvPr/>
        </p:nvSpPr>
        <p:spPr>
          <a:xfrm>
            <a:off x="11538791" y="485204"/>
            <a:ext cx="603250" cy="814916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8509AD70-D94D-F41F-352C-A3FDC4D4C081}"/>
              </a:ext>
            </a:extLst>
          </p:cNvPr>
          <p:cNvSpPr/>
          <p:nvPr/>
        </p:nvSpPr>
        <p:spPr>
          <a:xfrm>
            <a:off x="-267891" y="1"/>
            <a:ext cx="12276666" cy="6858000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Téglalap: lekerekített 10">
            <a:extLst>
              <a:ext uri="{FF2B5EF4-FFF2-40B4-BE49-F238E27FC236}">
                <a16:creationId xmlns:a16="http://schemas.microsoft.com/office/drawing/2014/main" id="{D22B85BE-5BC6-92B3-6839-126ADA783B7E}"/>
              </a:ext>
            </a:extLst>
          </p:cNvPr>
          <p:cNvSpPr/>
          <p:nvPr/>
        </p:nvSpPr>
        <p:spPr>
          <a:xfrm>
            <a:off x="11402145" y="1027767"/>
            <a:ext cx="603250" cy="814916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: lekerekített 12">
            <a:extLst>
              <a:ext uri="{FF2B5EF4-FFF2-40B4-BE49-F238E27FC236}">
                <a16:creationId xmlns:a16="http://schemas.microsoft.com/office/drawing/2014/main" id="{DE5085D7-4E09-8B18-2D6C-859C14AA3126}"/>
              </a:ext>
            </a:extLst>
          </p:cNvPr>
          <p:cNvSpPr/>
          <p:nvPr/>
        </p:nvSpPr>
        <p:spPr>
          <a:xfrm>
            <a:off x="-106380" y="-9647"/>
            <a:ext cx="11959166" cy="6858000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0D08F2E3-8190-4ABE-30F5-90D6F6C36485}"/>
              </a:ext>
            </a:extLst>
          </p:cNvPr>
          <p:cNvSpPr/>
          <p:nvPr/>
        </p:nvSpPr>
        <p:spPr>
          <a:xfrm>
            <a:off x="-647902" y="-9646"/>
            <a:ext cx="12276665" cy="6858000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: lekerekített 19">
            <a:extLst>
              <a:ext uri="{FF2B5EF4-FFF2-40B4-BE49-F238E27FC236}">
                <a16:creationId xmlns:a16="http://schemas.microsoft.com/office/drawing/2014/main" id="{1094E220-AFC4-A31D-D130-C388EC7955B7}"/>
              </a:ext>
            </a:extLst>
          </p:cNvPr>
          <p:cNvSpPr/>
          <p:nvPr/>
        </p:nvSpPr>
        <p:spPr>
          <a:xfrm>
            <a:off x="11236666" y="1585107"/>
            <a:ext cx="603250" cy="814916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Téglalap: lekerekített 23">
            <a:extLst>
              <a:ext uri="{FF2B5EF4-FFF2-40B4-BE49-F238E27FC236}">
                <a16:creationId xmlns:a16="http://schemas.microsoft.com/office/drawing/2014/main" id="{21B96E54-6922-8010-9F2B-8996686B5DF1}"/>
              </a:ext>
            </a:extLst>
          </p:cNvPr>
          <p:cNvSpPr/>
          <p:nvPr/>
        </p:nvSpPr>
        <p:spPr>
          <a:xfrm>
            <a:off x="-941102" y="0"/>
            <a:ext cx="12276666" cy="6858000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Téglalap: lekerekített 27">
            <a:extLst>
              <a:ext uri="{FF2B5EF4-FFF2-40B4-BE49-F238E27FC236}">
                <a16:creationId xmlns:a16="http://schemas.microsoft.com/office/drawing/2014/main" id="{61FE7A32-9F85-6628-6B86-DFFD6A22BB7A}"/>
              </a:ext>
            </a:extLst>
          </p:cNvPr>
          <p:cNvSpPr/>
          <p:nvPr/>
        </p:nvSpPr>
        <p:spPr>
          <a:xfrm>
            <a:off x="11041404" y="2288492"/>
            <a:ext cx="603250" cy="814916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" name="Téglalap: lekerekített 31">
            <a:extLst>
              <a:ext uri="{FF2B5EF4-FFF2-40B4-BE49-F238E27FC236}">
                <a16:creationId xmlns:a16="http://schemas.microsoft.com/office/drawing/2014/main" id="{3052B6BD-FDB2-4310-05F9-3B8D1B78D57E}"/>
              </a:ext>
            </a:extLst>
          </p:cNvPr>
          <p:cNvSpPr/>
          <p:nvPr/>
        </p:nvSpPr>
        <p:spPr>
          <a:xfrm>
            <a:off x="-1243948" y="0"/>
            <a:ext cx="12276666" cy="6858000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6" name="Téglalap: lekerekített 35">
            <a:extLst>
              <a:ext uri="{FF2B5EF4-FFF2-40B4-BE49-F238E27FC236}">
                <a16:creationId xmlns:a16="http://schemas.microsoft.com/office/drawing/2014/main" id="{37EBA072-DA34-C4A1-ACC7-DC63F4293D4B}"/>
              </a:ext>
            </a:extLst>
          </p:cNvPr>
          <p:cNvSpPr/>
          <p:nvPr/>
        </p:nvSpPr>
        <p:spPr>
          <a:xfrm>
            <a:off x="10742391" y="2838289"/>
            <a:ext cx="603250" cy="814916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Téglalap: lekerekített 39">
            <a:extLst>
              <a:ext uri="{FF2B5EF4-FFF2-40B4-BE49-F238E27FC236}">
                <a16:creationId xmlns:a16="http://schemas.microsoft.com/office/drawing/2014/main" id="{07A4260F-BBE9-E847-BF03-067ECD03DBE5}"/>
              </a:ext>
            </a:extLst>
          </p:cNvPr>
          <p:cNvSpPr/>
          <p:nvPr/>
        </p:nvSpPr>
        <p:spPr>
          <a:xfrm>
            <a:off x="-1527255" y="0"/>
            <a:ext cx="12296204" cy="6858000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4" name="Téglalap: lekerekített 43">
            <a:extLst>
              <a:ext uri="{FF2B5EF4-FFF2-40B4-BE49-F238E27FC236}">
                <a16:creationId xmlns:a16="http://schemas.microsoft.com/office/drawing/2014/main" id="{A4A6A557-ADA0-BCCD-9812-C0518A3C02D1}"/>
              </a:ext>
            </a:extLst>
          </p:cNvPr>
          <p:cNvSpPr/>
          <p:nvPr/>
        </p:nvSpPr>
        <p:spPr>
          <a:xfrm>
            <a:off x="10541811" y="3420238"/>
            <a:ext cx="603250" cy="814916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7" name="Téglalap: lekerekített 46">
            <a:extLst>
              <a:ext uri="{FF2B5EF4-FFF2-40B4-BE49-F238E27FC236}">
                <a16:creationId xmlns:a16="http://schemas.microsoft.com/office/drawing/2014/main" id="{7B8C06E1-0B6F-51D5-ABCA-8E81A4EFA590}"/>
              </a:ext>
            </a:extLst>
          </p:cNvPr>
          <p:cNvSpPr/>
          <p:nvPr/>
        </p:nvSpPr>
        <p:spPr>
          <a:xfrm>
            <a:off x="-1751947" y="0"/>
            <a:ext cx="12296204" cy="6858000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9" name="Téglalap: lekerekített 48">
            <a:extLst>
              <a:ext uri="{FF2B5EF4-FFF2-40B4-BE49-F238E27FC236}">
                <a16:creationId xmlns:a16="http://schemas.microsoft.com/office/drawing/2014/main" id="{CC09C0AF-34F3-AB46-628D-80CE85CB15A1}"/>
              </a:ext>
            </a:extLst>
          </p:cNvPr>
          <p:cNvSpPr/>
          <p:nvPr/>
        </p:nvSpPr>
        <p:spPr>
          <a:xfrm>
            <a:off x="10355949" y="3959276"/>
            <a:ext cx="583712" cy="814916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5" name="Téglalap: lekerekített 34">
            <a:extLst>
              <a:ext uri="{FF2B5EF4-FFF2-40B4-BE49-F238E27FC236}">
                <a16:creationId xmlns:a16="http://schemas.microsoft.com/office/drawing/2014/main" id="{E1283EBF-C695-B792-D4DB-59D10D6F8427}"/>
              </a:ext>
            </a:extLst>
          </p:cNvPr>
          <p:cNvSpPr/>
          <p:nvPr/>
        </p:nvSpPr>
        <p:spPr>
          <a:xfrm>
            <a:off x="-2058864" y="-1"/>
            <a:ext cx="4275666" cy="6858000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7" name="Téglalap: lekerekített 36">
            <a:extLst>
              <a:ext uri="{FF2B5EF4-FFF2-40B4-BE49-F238E27FC236}">
                <a16:creationId xmlns:a16="http://schemas.microsoft.com/office/drawing/2014/main" id="{E84C3A58-A353-220A-7D7E-9CE0F25DEFEC}"/>
              </a:ext>
            </a:extLst>
          </p:cNvPr>
          <p:cNvSpPr/>
          <p:nvPr/>
        </p:nvSpPr>
        <p:spPr>
          <a:xfrm>
            <a:off x="2000247" y="3957348"/>
            <a:ext cx="603250" cy="814916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9" name="Téglalap: lekerekített 38">
            <a:extLst>
              <a:ext uri="{FF2B5EF4-FFF2-40B4-BE49-F238E27FC236}">
                <a16:creationId xmlns:a16="http://schemas.microsoft.com/office/drawing/2014/main" id="{95ACDA34-49D9-51CD-2619-AF9EDB415B5A}"/>
              </a:ext>
            </a:extLst>
          </p:cNvPr>
          <p:cNvSpPr/>
          <p:nvPr/>
        </p:nvSpPr>
        <p:spPr>
          <a:xfrm>
            <a:off x="-2355197" y="-2"/>
            <a:ext cx="4275666" cy="6858000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1" name="Téglalap: lekerekített 40">
            <a:extLst>
              <a:ext uri="{FF2B5EF4-FFF2-40B4-BE49-F238E27FC236}">
                <a16:creationId xmlns:a16="http://schemas.microsoft.com/office/drawing/2014/main" id="{95FD3495-AC8F-C5A6-543E-3CD3524503F7}"/>
              </a:ext>
            </a:extLst>
          </p:cNvPr>
          <p:cNvSpPr/>
          <p:nvPr/>
        </p:nvSpPr>
        <p:spPr>
          <a:xfrm>
            <a:off x="1725080" y="4634681"/>
            <a:ext cx="603250" cy="814916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Téglalap: lekerekített 42">
            <a:extLst>
              <a:ext uri="{FF2B5EF4-FFF2-40B4-BE49-F238E27FC236}">
                <a16:creationId xmlns:a16="http://schemas.microsoft.com/office/drawing/2014/main" id="{47B7FAF3-2AA7-5C90-2F22-818277FDC9A9}"/>
              </a:ext>
            </a:extLst>
          </p:cNvPr>
          <p:cNvSpPr/>
          <p:nvPr/>
        </p:nvSpPr>
        <p:spPr>
          <a:xfrm>
            <a:off x="-2662113" y="-3"/>
            <a:ext cx="4275666" cy="6858000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5" name="Téglalap: lekerekített 44">
            <a:extLst>
              <a:ext uri="{FF2B5EF4-FFF2-40B4-BE49-F238E27FC236}">
                <a16:creationId xmlns:a16="http://schemas.microsoft.com/office/drawing/2014/main" id="{C0F87F9C-4623-01CA-1E75-53774CB8C6DE}"/>
              </a:ext>
            </a:extLst>
          </p:cNvPr>
          <p:cNvSpPr/>
          <p:nvPr/>
        </p:nvSpPr>
        <p:spPr>
          <a:xfrm>
            <a:off x="1428746" y="5343764"/>
            <a:ext cx="603250" cy="814916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868FDBEE-DA6D-A817-4024-2F079A1CC40F}"/>
              </a:ext>
            </a:extLst>
          </p:cNvPr>
          <p:cNvSpPr txBox="1">
            <a:spLocks/>
          </p:cNvSpPr>
          <p:nvPr/>
        </p:nvSpPr>
        <p:spPr>
          <a:xfrm>
            <a:off x="3618210" y="279888"/>
            <a:ext cx="5786068" cy="131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6600">
                <a:solidFill>
                  <a:srgbClr val="735751"/>
                </a:solidFill>
                <a:latin typeface="HGGothicE"/>
                <a:ea typeface="HGGothicE"/>
              </a:rPr>
              <a:t>Frontend </a:t>
            </a:r>
          </a:p>
        </p:txBody>
      </p:sp>
      <p:sp>
        <p:nvSpPr>
          <p:cNvPr id="6" name="Cím 1">
            <a:extLst>
              <a:ext uri="{FF2B5EF4-FFF2-40B4-BE49-F238E27FC236}">
                <a16:creationId xmlns:a16="http://schemas.microsoft.com/office/drawing/2014/main" id="{3C0705D1-4FEB-F595-A603-4EFF65683096}"/>
              </a:ext>
            </a:extLst>
          </p:cNvPr>
          <p:cNvSpPr txBox="1">
            <a:spLocks/>
          </p:cNvSpPr>
          <p:nvPr/>
        </p:nvSpPr>
        <p:spPr>
          <a:xfrm>
            <a:off x="2944132" y="1882042"/>
            <a:ext cx="7134221" cy="41417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Font typeface="Arial"/>
              <a:buChar char="•"/>
            </a:pP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Users</a:t>
            </a: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must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easily</a:t>
            </a: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browse</a:t>
            </a: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events</a:t>
            </a:r>
            <a:endParaRPr lang="hu-HU" sz="2800" b="0" err="1">
              <a:solidFill>
                <a:srgbClr val="735751"/>
              </a:solidFill>
            </a:endParaRPr>
          </a:p>
          <a:p>
            <a:pPr>
              <a:buFont typeface="Arial"/>
              <a:buChar char="•"/>
            </a:pPr>
            <a:endParaRPr lang="hu-HU" sz="2800" b="0">
              <a:solidFill>
                <a:srgbClr val="735751"/>
              </a:solidFill>
              <a:ea typeface="+mj-lt"/>
              <a:cs typeface="+mj-lt"/>
            </a:endParaRPr>
          </a:p>
          <a:p>
            <a:pPr>
              <a:buFont typeface="Arial"/>
              <a:buChar char="•"/>
            </a:pP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Seat</a:t>
            </a: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selection</a:t>
            </a: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must be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clear</a:t>
            </a: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and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interactive</a:t>
            </a:r>
            <a:endParaRPr lang="hu-HU" err="1"/>
          </a:p>
          <a:p>
            <a:pPr>
              <a:buFont typeface="Arial"/>
              <a:buChar char="•"/>
            </a:pPr>
            <a:endParaRPr lang="hu-HU" sz="2800" b="0">
              <a:solidFill>
                <a:srgbClr val="735751"/>
              </a:solidFill>
              <a:ea typeface="+mj-lt"/>
              <a:cs typeface="+mj-lt"/>
            </a:endParaRPr>
          </a:p>
          <a:p>
            <a:pPr>
              <a:buFont typeface="Arial"/>
              <a:buChar char="•"/>
            </a:pP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The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booking</a:t>
            </a: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process</a:t>
            </a: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must be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simple</a:t>
            </a: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and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intuitive</a:t>
            </a:r>
            <a:endParaRPr lang="hu-HU" err="1"/>
          </a:p>
          <a:p>
            <a:pPr>
              <a:buFont typeface="Arial"/>
              <a:buChar char="•"/>
            </a:pPr>
            <a:endParaRPr lang="hu-HU" sz="2800" b="0">
              <a:solidFill>
                <a:srgbClr val="735751"/>
              </a:solidFill>
              <a:ea typeface="+mj-lt"/>
              <a:cs typeface="+mj-lt"/>
            </a:endParaRPr>
          </a:p>
          <a:p>
            <a:pPr>
              <a:buFont typeface="Arial"/>
              <a:buChar char="•"/>
            </a:pP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Responsive</a:t>
            </a: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design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ensures</a:t>
            </a: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accessibility</a:t>
            </a: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on</a:t>
            </a: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different</a:t>
            </a:r>
            <a:r>
              <a:rPr lang="hu-HU" sz="2800" b="0">
                <a:solidFill>
                  <a:srgbClr val="735751"/>
                </a:solidFill>
                <a:ea typeface="+mj-lt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ea typeface="+mj-lt"/>
                <a:cs typeface="+mj-lt"/>
              </a:rPr>
              <a:t>devices</a:t>
            </a:r>
            <a:endParaRPr lang="hu-HU" err="1"/>
          </a:p>
          <a:p>
            <a:pPr marL="285750" indent="-285750">
              <a:buFont typeface="Arial"/>
              <a:buChar char="•"/>
            </a:pPr>
            <a:endParaRPr lang="hu-HU" sz="2800" b="0">
              <a:solidFill>
                <a:srgbClr val="735751"/>
              </a:solidFill>
            </a:endParaRPr>
          </a:p>
          <a:p>
            <a:endParaRPr lang="hu-HU" sz="3200">
              <a:solidFill>
                <a:srgbClr val="735751"/>
              </a:solidFill>
              <a:latin typeface="HGGothicE"/>
              <a:ea typeface="HGGothicE"/>
            </a:endParaRPr>
          </a:p>
        </p:txBody>
      </p:sp>
    </p:spTree>
    <p:extLst>
      <p:ext uri="{BB962C8B-B14F-4D97-AF65-F5344CB8AC3E}">
        <p14:creationId xmlns:p14="http://schemas.microsoft.com/office/powerpoint/2010/main" val="425717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CAAF8F-5A8F-E770-9FC5-75725B674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3BB1E53B-7075-EE29-705C-B262DF84E688}"/>
              </a:ext>
            </a:extLst>
          </p:cNvPr>
          <p:cNvSpPr/>
          <p:nvPr/>
        </p:nvSpPr>
        <p:spPr>
          <a:xfrm>
            <a:off x="11538791" y="485204"/>
            <a:ext cx="603250" cy="814916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719A76DE-F5FF-72BA-A826-0F6BC3B32ADE}"/>
              </a:ext>
            </a:extLst>
          </p:cNvPr>
          <p:cNvSpPr/>
          <p:nvPr/>
        </p:nvSpPr>
        <p:spPr>
          <a:xfrm>
            <a:off x="-267891" y="1"/>
            <a:ext cx="12276666" cy="6858000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: lekerekített 11">
            <a:extLst>
              <a:ext uri="{FF2B5EF4-FFF2-40B4-BE49-F238E27FC236}">
                <a16:creationId xmlns:a16="http://schemas.microsoft.com/office/drawing/2014/main" id="{7D92FD0B-AC67-D984-ECAE-2D0B6D64D8FA}"/>
              </a:ext>
            </a:extLst>
          </p:cNvPr>
          <p:cNvSpPr/>
          <p:nvPr/>
        </p:nvSpPr>
        <p:spPr>
          <a:xfrm>
            <a:off x="11402145" y="1027767"/>
            <a:ext cx="603250" cy="814916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20859E9A-0BDE-9A23-2C03-4B3AAFA6B98E}"/>
              </a:ext>
            </a:extLst>
          </p:cNvPr>
          <p:cNvSpPr/>
          <p:nvPr/>
        </p:nvSpPr>
        <p:spPr>
          <a:xfrm>
            <a:off x="-106380" y="-9647"/>
            <a:ext cx="11959166" cy="6858000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BACE43D1-9378-67CC-43CF-EF83D5E901CA}"/>
              </a:ext>
            </a:extLst>
          </p:cNvPr>
          <p:cNvSpPr/>
          <p:nvPr/>
        </p:nvSpPr>
        <p:spPr>
          <a:xfrm>
            <a:off x="-647902" y="-9646"/>
            <a:ext cx="12276665" cy="6858000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" name="Téglalap: lekerekített 21">
            <a:extLst>
              <a:ext uri="{FF2B5EF4-FFF2-40B4-BE49-F238E27FC236}">
                <a16:creationId xmlns:a16="http://schemas.microsoft.com/office/drawing/2014/main" id="{5A47BBA9-B499-7D38-EC3B-FBE5698647A5}"/>
              </a:ext>
            </a:extLst>
          </p:cNvPr>
          <p:cNvSpPr/>
          <p:nvPr/>
        </p:nvSpPr>
        <p:spPr>
          <a:xfrm>
            <a:off x="11236666" y="1585107"/>
            <a:ext cx="603250" cy="814916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" name="Téglalap: lekerekített 25">
            <a:extLst>
              <a:ext uri="{FF2B5EF4-FFF2-40B4-BE49-F238E27FC236}">
                <a16:creationId xmlns:a16="http://schemas.microsoft.com/office/drawing/2014/main" id="{754E104D-2E5A-4629-051E-677FB7E72E83}"/>
              </a:ext>
            </a:extLst>
          </p:cNvPr>
          <p:cNvSpPr/>
          <p:nvPr/>
        </p:nvSpPr>
        <p:spPr>
          <a:xfrm>
            <a:off x="-941102" y="0"/>
            <a:ext cx="12276666" cy="6858000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" name="Téglalap: lekerekített 29">
            <a:extLst>
              <a:ext uri="{FF2B5EF4-FFF2-40B4-BE49-F238E27FC236}">
                <a16:creationId xmlns:a16="http://schemas.microsoft.com/office/drawing/2014/main" id="{2488CB7C-8C69-2315-97B5-2B6B6BFF5150}"/>
              </a:ext>
            </a:extLst>
          </p:cNvPr>
          <p:cNvSpPr/>
          <p:nvPr/>
        </p:nvSpPr>
        <p:spPr>
          <a:xfrm>
            <a:off x="11041404" y="2288492"/>
            <a:ext cx="603250" cy="814916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4" name="Téglalap: lekerekített 33">
            <a:extLst>
              <a:ext uri="{FF2B5EF4-FFF2-40B4-BE49-F238E27FC236}">
                <a16:creationId xmlns:a16="http://schemas.microsoft.com/office/drawing/2014/main" id="{599CED98-D185-8FF4-C3F0-8FA9B0C12154}"/>
              </a:ext>
            </a:extLst>
          </p:cNvPr>
          <p:cNvSpPr/>
          <p:nvPr/>
        </p:nvSpPr>
        <p:spPr>
          <a:xfrm>
            <a:off x="-1243948" y="0"/>
            <a:ext cx="12276666" cy="6858000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8" name="Téglalap: lekerekített 37">
            <a:extLst>
              <a:ext uri="{FF2B5EF4-FFF2-40B4-BE49-F238E27FC236}">
                <a16:creationId xmlns:a16="http://schemas.microsoft.com/office/drawing/2014/main" id="{FCB7F02C-9733-B15C-29C5-E6EF5FA20921}"/>
              </a:ext>
            </a:extLst>
          </p:cNvPr>
          <p:cNvSpPr/>
          <p:nvPr/>
        </p:nvSpPr>
        <p:spPr>
          <a:xfrm>
            <a:off x="10742391" y="2838289"/>
            <a:ext cx="603250" cy="814916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2" name="Téglalap: lekerekített 41">
            <a:extLst>
              <a:ext uri="{FF2B5EF4-FFF2-40B4-BE49-F238E27FC236}">
                <a16:creationId xmlns:a16="http://schemas.microsoft.com/office/drawing/2014/main" id="{A3C631D5-154B-83BA-F387-DEB7A5D49D3F}"/>
              </a:ext>
            </a:extLst>
          </p:cNvPr>
          <p:cNvSpPr/>
          <p:nvPr/>
        </p:nvSpPr>
        <p:spPr>
          <a:xfrm>
            <a:off x="-1527255" y="0"/>
            <a:ext cx="12296204" cy="6858000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6" name="Téglalap: lekerekített 45">
            <a:extLst>
              <a:ext uri="{FF2B5EF4-FFF2-40B4-BE49-F238E27FC236}">
                <a16:creationId xmlns:a16="http://schemas.microsoft.com/office/drawing/2014/main" id="{37EB36CE-05F6-E7AA-A3E0-C104FE7918E2}"/>
              </a:ext>
            </a:extLst>
          </p:cNvPr>
          <p:cNvSpPr/>
          <p:nvPr/>
        </p:nvSpPr>
        <p:spPr>
          <a:xfrm>
            <a:off x="10541811" y="3420238"/>
            <a:ext cx="603250" cy="814916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8" name="Téglalap: lekerekített 47">
            <a:extLst>
              <a:ext uri="{FF2B5EF4-FFF2-40B4-BE49-F238E27FC236}">
                <a16:creationId xmlns:a16="http://schemas.microsoft.com/office/drawing/2014/main" id="{7692750F-E8BA-ABBC-4392-DBCD5DEFE1F4}"/>
              </a:ext>
            </a:extLst>
          </p:cNvPr>
          <p:cNvSpPr/>
          <p:nvPr/>
        </p:nvSpPr>
        <p:spPr>
          <a:xfrm>
            <a:off x="-1751947" y="0"/>
            <a:ext cx="12296204" cy="6858000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0" name="Téglalap: lekerekített 49">
            <a:extLst>
              <a:ext uri="{FF2B5EF4-FFF2-40B4-BE49-F238E27FC236}">
                <a16:creationId xmlns:a16="http://schemas.microsoft.com/office/drawing/2014/main" id="{8A09870F-822E-E438-0FC2-DF69E6F05E39}"/>
              </a:ext>
            </a:extLst>
          </p:cNvPr>
          <p:cNvSpPr/>
          <p:nvPr/>
        </p:nvSpPr>
        <p:spPr>
          <a:xfrm>
            <a:off x="10355949" y="3959276"/>
            <a:ext cx="583712" cy="814916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5" name="Téglalap: lekerekített 34">
            <a:extLst>
              <a:ext uri="{FF2B5EF4-FFF2-40B4-BE49-F238E27FC236}">
                <a16:creationId xmlns:a16="http://schemas.microsoft.com/office/drawing/2014/main" id="{B7AF726D-328A-8708-ECAD-1EE76103EF70}"/>
              </a:ext>
            </a:extLst>
          </p:cNvPr>
          <p:cNvSpPr/>
          <p:nvPr/>
        </p:nvSpPr>
        <p:spPr>
          <a:xfrm>
            <a:off x="-2058864" y="-1"/>
            <a:ext cx="12393896" cy="6858000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7" name="Téglalap: lekerekített 36">
            <a:extLst>
              <a:ext uri="{FF2B5EF4-FFF2-40B4-BE49-F238E27FC236}">
                <a16:creationId xmlns:a16="http://schemas.microsoft.com/office/drawing/2014/main" id="{3A3C43C6-F0F7-4459-8A7B-D6777DF7B5E6}"/>
              </a:ext>
            </a:extLst>
          </p:cNvPr>
          <p:cNvSpPr/>
          <p:nvPr/>
        </p:nvSpPr>
        <p:spPr>
          <a:xfrm>
            <a:off x="10059615" y="4526437"/>
            <a:ext cx="603250" cy="814916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9" name="Téglalap: lekerekített 38">
            <a:extLst>
              <a:ext uri="{FF2B5EF4-FFF2-40B4-BE49-F238E27FC236}">
                <a16:creationId xmlns:a16="http://schemas.microsoft.com/office/drawing/2014/main" id="{C3779A82-5705-FB7D-9487-80416C54912D}"/>
              </a:ext>
            </a:extLst>
          </p:cNvPr>
          <p:cNvSpPr/>
          <p:nvPr/>
        </p:nvSpPr>
        <p:spPr>
          <a:xfrm>
            <a:off x="-2355197" y="-2"/>
            <a:ext cx="4275666" cy="6858000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1" name="Téglalap: lekerekített 40">
            <a:extLst>
              <a:ext uri="{FF2B5EF4-FFF2-40B4-BE49-F238E27FC236}">
                <a16:creationId xmlns:a16="http://schemas.microsoft.com/office/drawing/2014/main" id="{EC879FD4-6E16-9A15-8661-DF03CD2C73C1}"/>
              </a:ext>
            </a:extLst>
          </p:cNvPr>
          <p:cNvSpPr/>
          <p:nvPr/>
        </p:nvSpPr>
        <p:spPr>
          <a:xfrm>
            <a:off x="1725080" y="4634681"/>
            <a:ext cx="603250" cy="814916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Téglalap: lekerekített 42">
            <a:extLst>
              <a:ext uri="{FF2B5EF4-FFF2-40B4-BE49-F238E27FC236}">
                <a16:creationId xmlns:a16="http://schemas.microsoft.com/office/drawing/2014/main" id="{CFEB5CDC-EF50-5E41-02CE-3F2EE33918E1}"/>
              </a:ext>
            </a:extLst>
          </p:cNvPr>
          <p:cNvSpPr/>
          <p:nvPr/>
        </p:nvSpPr>
        <p:spPr>
          <a:xfrm>
            <a:off x="-2662113" y="-3"/>
            <a:ext cx="4275666" cy="6858000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5" name="Téglalap: lekerekített 44">
            <a:extLst>
              <a:ext uri="{FF2B5EF4-FFF2-40B4-BE49-F238E27FC236}">
                <a16:creationId xmlns:a16="http://schemas.microsoft.com/office/drawing/2014/main" id="{333CB040-46BC-7F9C-B322-B7807544B214}"/>
              </a:ext>
            </a:extLst>
          </p:cNvPr>
          <p:cNvSpPr/>
          <p:nvPr/>
        </p:nvSpPr>
        <p:spPr>
          <a:xfrm>
            <a:off x="1428746" y="5343764"/>
            <a:ext cx="603250" cy="814916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8E473B4D-EA75-2052-20F4-8286EC6C9172}"/>
              </a:ext>
            </a:extLst>
          </p:cNvPr>
          <p:cNvSpPr txBox="1">
            <a:spLocks/>
          </p:cNvSpPr>
          <p:nvPr/>
        </p:nvSpPr>
        <p:spPr>
          <a:xfrm>
            <a:off x="3618210" y="279888"/>
            <a:ext cx="5786068" cy="131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6600">
                <a:solidFill>
                  <a:srgbClr val="E7D7C1"/>
                </a:solidFill>
                <a:latin typeface="HGGothicE"/>
                <a:ea typeface="HGGothicE"/>
              </a:rPr>
              <a:t>Backend</a:t>
            </a:r>
            <a:r>
              <a:rPr lang="hu-HU" sz="6600">
                <a:solidFill>
                  <a:srgbClr val="735751"/>
                </a:solidFill>
                <a:latin typeface="HGGothicE"/>
                <a:ea typeface="HGGothicE"/>
              </a:rPr>
              <a:t> </a:t>
            </a:r>
          </a:p>
        </p:txBody>
      </p:sp>
      <p:sp>
        <p:nvSpPr>
          <p:cNvPr id="2" name="Téglalap: lekerekített 1">
            <a:extLst>
              <a:ext uri="{FF2B5EF4-FFF2-40B4-BE49-F238E27FC236}">
                <a16:creationId xmlns:a16="http://schemas.microsoft.com/office/drawing/2014/main" id="{EF482092-7219-DD05-1C59-96DAD3F879E3}"/>
              </a:ext>
            </a:extLst>
          </p:cNvPr>
          <p:cNvSpPr/>
          <p:nvPr/>
        </p:nvSpPr>
        <p:spPr>
          <a:xfrm>
            <a:off x="3142438" y="1514231"/>
            <a:ext cx="6356511" cy="4640384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Cím 1">
            <a:extLst>
              <a:ext uri="{FF2B5EF4-FFF2-40B4-BE49-F238E27FC236}">
                <a16:creationId xmlns:a16="http://schemas.microsoft.com/office/drawing/2014/main" id="{006B434A-9F65-82D3-5B29-152EDA7A010A}"/>
              </a:ext>
            </a:extLst>
          </p:cNvPr>
          <p:cNvSpPr txBox="1">
            <a:spLocks/>
          </p:cNvSpPr>
          <p:nvPr/>
        </p:nvSpPr>
        <p:spPr>
          <a:xfrm>
            <a:off x="2748748" y="1882042"/>
            <a:ext cx="7134221" cy="41417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2800" b="0" dirty="0" err="1">
                <a:solidFill>
                  <a:srgbClr val="A78A7F"/>
                </a:solidFill>
                <a:ea typeface="+mj-lt"/>
                <a:cs typeface="+mj-lt"/>
              </a:rPr>
              <a:t>Handles</a:t>
            </a:r>
            <a:r>
              <a:rPr lang="hu-HU" sz="2800" b="0" dirty="0">
                <a:solidFill>
                  <a:srgbClr val="A78A7F"/>
                </a:solidFill>
                <a:ea typeface="+mj-lt"/>
                <a:cs typeface="+mj-lt"/>
              </a:rPr>
              <a:t> business </a:t>
            </a:r>
            <a:r>
              <a:rPr lang="hu-HU" sz="2800" b="0" dirty="0" err="1">
                <a:solidFill>
                  <a:srgbClr val="A78A7F"/>
                </a:solidFill>
                <a:ea typeface="+mj-lt"/>
                <a:cs typeface="+mj-lt"/>
              </a:rPr>
              <a:t>logic</a:t>
            </a:r>
            <a:endParaRPr lang="hu-HU" sz="2800" b="0" dirty="0">
              <a:solidFill>
                <a:srgbClr val="A78A7F"/>
              </a:solidFill>
            </a:endParaRPr>
          </a:p>
          <a:p>
            <a:pPr algn="ctr"/>
            <a:endParaRPr lang="hu-HU" sz="2800" b="0">
              <a:solidFill>
                <a:srgbClr val="A78A7F"/>
              </a:solidFill>
              <a:ea typeface="+mj-lt"/>
              <a:cs typeface="+mj-lt"/>
            </a:endParaRPr>
          </a:p>
          <a:p>
            <a:pPr algn="ctr"/>
            <a:r>
              <a:rPr lang="hu-HU" sz="2800" b="0" dirty="0" err="1">
                <a:solidFill>
                  <a:srgbClr val="A78A7F"/>
                </a:solidFill>
                <a:ea typeface="+mj-lt"/>
                <a:cs typeface="+mj-lt"/>
              </a:rPr>
              <a:t>Processes</a:t>
            </a:r>
            <a:r>
              <a:rPr lang="hu-HU" sz="2800" b="0" dirty="0">
                <a:solidFill>
                  <a:srgbClr val="A78A7F"/>
                </a:solidFill>
                <a:ea typeface="+mj-lt"/>
                <a:cs typeface="+mj-lt"/>
              </a:rPr>
              <a:t> </a:t>
            </a:r>
            <a:r>
              <a:rPr lang="hu-HU" sz="2800" b="0" dirty="0" err="1">
                <a:solidFill>
                  <a:srgbClr val="A78A7F"/>
                </a:solidFill>
                <a:ea typeface="+mj-lt"/>
                <a:cs typeface="+mj-lt"/>
              </a:rPr>
              <a:t>booking</a:t>
            </a:r>
            <a:r>
              <a:rPr lang="hu-HU" sz="2800" b="0" dirty="0">
                <a:solidFill>
                  <a:srgbClr val="A78A7F"/>
                </a:solidFill>
                <a:ea typeface="+mj-lt"/>
                <a:cs typeface="+mj-lt"/>
              </a:rPr>
              <a:t> </a:t>
            </a:r>
            <a:r>
              <a:rPr lang="hu-HU" sz="2800" b="0" dirty="0" err="1">
                <a:solidFill>
                  <a:srgbClr val="A78A7F"/>
                </a:solidFill>
                <a:ea typeface="+mj-lt"/>
                <a:cs typeface="+mj-lt"/>
              </a:rPr>
              <a:t>requests</a:t>
            </a:r>
            <a:endParaRPr lang="hu-HU" dirty="0">
              <a:solidFill>
                <a:srgbClr val="A78A7F"/>
              </a:solidFill>
            </a:endParaRPr>
          </a:p>
          <a:p>
            <a:pPr algn="ctr"/>
            <a:endParaRPr lang="hu-HU" sz="2800" b="0">
              <a:solidFill>
                <a:srgbClr val="A78A7F"/>
              </a:solidFill>
              <a:ea typeface="+mj-lt"/>
              <a:cs typeface="+mj-lt"/>
            </a:endParaRPr>
          </a:p>
          <a:p>
            <a:pPr algn="ctr"/>
            <a:r>
              <a:rPr lang="hu-HU" sz="2800" b="0" dirty="0" err="1">
                <a:solidFill>
                  <a:srgbClr val="A78A7F"/>
                </a:solidFill>
                <a:ea typeface="+mj-lt"/>
                <a:cs typeface="+mj-lt"/>
              </a:rPr>
              <a:t>Communicates</a:t>
            </a:r>
            <a:r>
              <a:rPr lang="hu-HU" sz="2800" b="0" dirty="0">
                <a:solidFill>
                  <a:srgbClr val="A78A7F"/>
                </a:solidFill>
                <a:ea typeface="+mj-lt"/>
                <a:cs typeface="+mj-lt"/>
              </a:rPr>
              <a:t> </a:t>
            </a:r>
            <a:r>
              <a:rPr lang="hu-HU" sz="2800" b="0" dirty="0" err="1">
                <a:solidFill>
                  <a:srgbClr val="A78A7F"/>
                </a:solidFill>
                <a:ea typeface="+mj-lt"/>
                <a:cs typeface="+mj-lt"/>
              </a:rPr>
              <a:t>with</a:t>
            </a:r>
            <a:r>
              <a:rPr lang="hu-HU" sz="2800" b="0" dirty="0">
                <a:solidFill>
                  <a:srgbClr val="A78A7F"/>
                </a:solidFill>
                <a:ea typeface="+mj-lt"/>
                <a:cs typeface="+mj-lt"/>
              </a:rPr>
              <a:t> </a:t>
            </a:r>
            <a:r>
              <a:rPr lang="hu-HU" sz="2800" b="0" dirty="0" err="1">
                <a:solidFill>
                  <a:srgbClr val="A78A7F"/>
                </a:solidFill>
                <a:ea typeface="+mj-lt"/>
                <a:cs typeface="+mj-lt"/>
              </a:rPr>
              <a:t>the</a:t>
            </a:r>
            <a:r>
              <a:rPr lang="hu-HU" sz="2800" b="0" dirty="0">
                <a:solidFill>
                  <a:srgbClr val="A78A7F"/>
                </a:solidFill>
                <a:ea typeface="+mj-lt"/>
                <a:cs typeface="+mj-lt"/>
              </a:rPr>
              <a:t> </a:t>
            </a:r>
            <a:r>
              <a:rPr lang="hu-HU" sz="2800" b="0" dirty="0" err="1">
                <a:solidFill>
                  <a:srgbClr val="A78A7F"/>
                </a:solidFill>
                <a:ea typeface="+mj-lt"/>
                <a:cs typeface="+mj-lt"/>
              </a:rPr>
              <a:t>database</a:t>
            </a:r>
            <a:endParaRPr lang="hu-HU" dirty="0">
              <a:solidFill>
                <a:srgbClr val="A78A7F"/>
              </a:solidFill>
            </a:endParaRPr>
          </a:p>
          <a:p>
            <a:pPr algn="ctr"/>
            <a:endParaRPr lang="hu-HU" sz="2800" b="0">
              <a:solidFill>
                <a:srgbClr val="A78A7F"/>
              </a:solidFill>
              <a:ea typeface="+mj-lt"/>
              <a:cs typeface="+mj-lt"/>
            </a:endParaRPr>
          </a:p>
          <a:p>
            <a:pPr algn="ctr"/>
            <a:r>
              <a:rPr lang="hu-HU" sz="2800" b="0" dirty="0" err="1">
                <a:solidFill>
                  <a:srgbClr val="A78A7F"/>
                </a:solidFill>
                <a:ea typeface="+mj-lt"/>
                <a:cs typeface="+mj-lt"/>
              </a:rPr>
              <a:t>Validates</a:t>
            </a:r>
            <a:r>
              <a:rPr lang="hu-HU" sz="2800" b="0" dirty="0">
                <a:solidFill>
                  <a:srgbClr val="A78A7F"/>
                </a:solidFill>
                <a:ea typeface="+mj-lt"/>
                <a:cs typeface="+mj-lt"/>
              </a:rPr>
              <a:t> </a:t>
            </a:r>
            <a:r>
              <a:rPr lang="hu-HU" sz="2800" b="0" dirty="0" err="1">
                <a:solidFill>
                  <a:srgbClr val="A78A7F"/>
                </a:solidFill>
                <a:ea typeface="+mj-lt"/>
                <a:cs typeface="+mj-lt"/>
              </a:rPr>
              <a:t>data</a:t>
            </a:r>
            <a:r>
              <a:rPr lang="hu-HU" sz="2800" b="0" dirty="0">
                <a:solidFill>
                  <a:srgbClr val="A78A7F"/>
                </a:solidFill>
                <a:ea typeface="+mj-lt"/>
                <a:cs typeface="+mj-lt"/>
              </a:rPr>
              <a:t> </a:t>
            </a:r>
            <a:r>
              <a:rPr lang="hu-HU" sz="2800" b="0" dirty="0" err="1">
                <a:solidFill>
                  <a:srgbClr val="A78A7F"/>
                </a:solidFill>
                <a:ea typeface="+mj-lt"/>
                <a:cs typeface="+mj-lt"/>
              </a:rPr>
              <a:t>before</a:t>
            </a:r>
            <a:r>
              <a:rPr lang="hu-HU" sz="2800" b="0" dirty="0">
                <a:solidFill>
                  <a:srgbClr val="A78A7F"/>
                </a:solidFill>
                <a:ea typeface="+mj-lt"/>
                <a:cs typeface="+mj-lt"/>
              </a:rPr>
              <a:t> </a:t>
            </a:r>
            <a:r>
              <a:rPr lang="hu-HU" sz="2800" b="0" dirty="0" err="1">
                <a:solidFill>
                  <a:srgbClr val="A78A7F"/>
                </a:solidFill>
                <a:ea typeface="+mj-lt"/>
                <a:cs typeface="+mj-lt"/>
              </a:rPr>
              <a:t>storing</a:t>
            </a:r>
            <a:r>
              <a:rPr lang="hu-HU" sz="2800" b="0" dirty="0">
                <a:solidFill>
                  <a:srgbClr val="A78A7F"/>
                </a:solidFill>
                <a:ea typeface="+mj-lt"/>
                <a:cs typeface="+mj-lt"/>
              </a:rPr>
              <a:t> </a:t>
            </a:r>
            <a:r>
              <a:rPr lang="hu-HU" sz="2800" b="0" dirty="0" err="1">
                <a:solidFill>
                  <a:srgbClr val="A78A7F"/>
                </a:solidFill>
                <a:ea typeface="+mj-lt"/>
                <a:cs typeface="+mj-lt"/>
              </a:rPr>
              <a:t>it</a:t>
            </a:r>
            <a:endParaRPr lang="hu-HU" dirty="0">
              <a:solidFill>
                <a:srgbClr val="A78A7F"/>
              </a:solidFill>
            </a:endParaRPr>
          </a:p>
          <a:p>
            <a:pPr algn="ctr"/>
            <a:endParaRPr lang="hu-HU" sz="2800" b="0">
              <a:solidFill>
                <a:srgbClr val="A78A7F"/>
              </a:solidFill>
              <a:ea typeface="+mj-lt"/>
              <a:cs typeface="+mj-lt"/>
            </a:endParaRPr>
          </a:p>
          <a:p>
            <a:pPr algn="ctr"/>
            <a:r>
              <a:rPr lang="hu-HU" sz="2800" b="0" dirty="0" err="1">
                <a:solidFill>
                  <a:srgbClr val="A78A7F"/>
                </a:solidFill>
              </a:rPr>
              <a:t>Logging</a:t>
            </a:r>
            <a:r>
              <a:rPr lang="hu-HU" sz="2800" b="0" dirty="0">
                <a:solidFill>
                  <a:srgbClr val="A78A7F"/>
                </a:solidFill>
              </a:rPr>
              <a:t> in</a:t>
            </a:r>
          </a:p>
          <a:p>
            <a:pPr>
              <a:buFont typeface="Arial"/>
              <a:buChar char="•"/>
            </a:pPr>
            <a:endParaRPr lang="hu-HU" sz="2800" b="0">
              <a:solidFill>
                <a:srgbClr val="A78A7F"/>
              </a:solidFill>
            </a:endParaRPr>
          </a:p>
          <a:p>
            <a:pPr marL="285750" indent="-285750">
              <a:buFont typeface="Arial"/>
              <a:buChar char="•"/>
            </a:pPr>
            <a:endParaRPr lang="hu-HU" sz="2800" b="0">
              <a:solidFill>
                <a:srgbClr val="A78A7F"/>
              </a:solidFill>
            </a:endParaRPr>
          </a:p>
          <a:p>
            <a:endParaRPr lang="hu-HU" sz="3200">
              <a:solidFill>
                <a:srgbClr val="A78A7F"/>
              </a:solidFill>
              <a:latin typeface="HGGothicE"/>
              <a:ea typeface="HGGothicE"/>
            </a:endParaRPr>
          </a:p>
        </p:txBody>
      </p:sp>
    </p:spTree>
    <p:extLst>
      <p:ext uri="{BB962C8B-B14F-4D97-AF65-F5344CB8AC3E}">
        <p14:creationId xmlns:p14="http://schemas.microsoft.com/office/powerpoint/2010/main" val="4101696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32485E-E68F-CC03-0F23-632CBDA0F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D0F1B626-BE26-C8A1-6E7D-CC3316244364}"/>
              </a:ext>
            </a:extLst>
          </p:cNvPr>
          <p:cNvSpPr/>
          <p:nvPr/>
        </p:nvSpPr>
        <p:spPr>
          <a:xfrm>
            <a:off x="11538791" y="485204"/>
            <a:ext cx="603250" cy="814916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A95A3828-19A0-E451-5EFF-721B572E6562}"/>
              </a:ext>
            </a:extLst>
          </p:cNvPr>
          <p:cNvSpPr/>
          <p:nvPr/>
        </p:nvSpPr>
        <p:spPr>
          <a:xfrm>
            <a:off x="-267891" y="1"/>
            <a:ext cx="12276666" cy="6858000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: lekerekített 11">
            <a:extLst>
              <a:ext uri="{FF2B5EF4-FFF2-40B4-BE49-F238E27FC236}">
                <a16:creationId xmlns:a16="http://schemas.microsoft.com/office/drawing/2014/main" id="{4D3A2948-4B85-5CD8-86AA-6A496871CEFF}"/>
              </a:ext>
            </a:extLst>
          </p:cNvPr>
          <p:cNvSpPr/>
          <p:nvPr/>
        </p:nvSpPr>
        <p:spPr>
          <a:xfrm>
            <a:off x="11402145" y="1027767"/>
            <a:ext cx="603250" cy="814916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37E46656-09D6-CC7D-D7FC-014D4A139AE2}"/>
              </a:ext>
            </a:extLst>
          </p:cNvPr>
          <p:cNvSpPr/>
          <p:nvPr/>
        </p:nvSpPr>
        <p:spPr>
          <a:xfrm>
            <a:off x="-106380" y="-9647"/>
            <a:ext cx="11959166" cy="6858000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7C192848-D158-A95B-138D-F2CADCB34B41}"/>
              </a:ext>
            </a:extLst>
          </p:cNvPr>
          <p:cNvSpPr/>
          <p:nvPr/>
        </p:nvSpPr>
        <p:spPr>
          <a:xfrm>
            <a:off x="-647902" y="-9646"/>
            <a:ext cx="12276665" cy="6858000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" name="Téglalap: lekerekített 21">
            <a:extLst>
              <a:ext uri="{FF2B5EF4-FFF2-40B4-BE49-F238E27FC236}">
                <a16:creationId xmlns:a16="http://schemas.microsoft.com/office/drawing/2014/main" id="{4B6D8EDB-E9DC-D64D-C530-587A6FC3CBAD}"/>
              </a:ext>
            </a:extLst>
          </p:cNvPr>
          <p:cNvSpPr/>
          <p:nvPr/>
        </p:nvSpPr>
        <p:spPr>
          <a:xfrm>
            <a:off x="11236666" y="1585107"/>
            <a:ext cx="603250" cy="814916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" name="Téglalap: lekerekített 25">
            <a:extLst>
              <a:ext uri="{FF2B5EF4-FFF2-40B4-BE49-F238E27FC236}">
                <a16:creationId xmlns:a16="http://schemas.microsoft.com/office/drawing/2014/main" id="{7D593837-55D9-CA85-7AAD-F7A8464681C1}"/>
              </a:ext>
            </a:extLst>
          </p:cNvPr>
          <p:cNvSpPr/>
          <p:nvPr/>
        </p:nvSpPr>
        <p:spPr>
          <a:xfrm>
            <a:off x="-941102" y="0"/>
            <a:ext cx="12276666" cy="6858000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" name="Téglalap: lekerekített 29">
            <a:extLst>
              <a:ext uri="{FF2B5EF4-FFF2-40B4-BE49-F238E27FC236}">
                <a16:creationId xmlns:a16="http://schemas.microsoft.com/office/drawing/2014/main" id="{CF12BF24-3C5C-123B-5AB4-31D4AFDCCA14}"/>
              </a:ext>
            </a:extLst>
          </p:cNvPr>
          <p:cNvSpPr/>
          <p:nvPr/>
        </p:nvSpPr>
        <p:spPr>
          <a:xfrm>
            <a:off x="11041404" y="2288492"/>
            <a:ext cx="603250" cy="814916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4" name="Téglalap: lekerekített 33">
            <a:extLst>
              <a:ext uri="{FF2B5EF4-FFF2-40B4-BE49-F238E27FC236}">
                <a16:creationId xmlns:a16="http://schemas.microsoft.com/office/drawing/2014/main" id="{4A9BB24E-7088-2A7E-AD03-B51A698DB6F9}"/>
              </a:ext>
            </a:extLst>
          </p:cNvPr>
          <p:cNvSpPr/>
          <p:nvPr/>
        </p:nvSpPr>
        <p:spPr>
          <a:xfrm>
            <a:off x="-1243948" y="0"/>
            <a:ext cx="12276666" cy="6858000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8" name="Téglalap: lekerekített 37">
            <a:extLst>
              <a:ext uri="{FF2B5EF4-FFF2-40B4-BE49-F238E27FC236}">
                <a16:creationId xmlns:a16="http://schemas.microsoft.com/office/drawing/2014/main" id="{E6745CAB-6090-188A-0498-0BCE804D08B7}"/>
              </a:ext>
            </a:extLst>
          </p:cNvPr>
          <p:cNvSpPr/>
          <p:nvPr/>
        </p:nvSpPr>
        <p:spPr>
          <a:xfrm>
            <a:off x="10742391" y="2838289"/>
            <a:ext cx="603250" cy="814916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2" name="Téglalap: lekerekített 41">
            <a:extLst>
              <a:ext uri="{FF2B5EF4-FFF2-40B4-BE49-F238E27FC236}">
                <a16:creationId xmlns:a16="http://schemas.microsoft.com/office/drawing/2014/main" id="{2B3F44D6-94E0-F6B8-E885-69816C78256E}"/>
              </a:ext>
            </a:extLst>
          </p:cNvPr>
          <p:cNvSpPr/>
          <p:nvPr/>
        </p:nvSpPr>
        <p:spPr>
          <a:xfrm>
            <a:off x="-1527255" y="0"/>
            <a:ext cx="12296204" cy="6858000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6" name="Téglalap: lekerekített 45">
            <a:extLst>
              <a:ext uri="{FF2B5EF4-FFF2-40B4-BE49-F238E27FC236}">
                <a16:creationId xmlns:a16="http://schemas.microsoft.com/office/drawing/2014/main" id="{AE34C26D-3070-0CB9-D67E-61E972454FF3}"/>
              </a:ext>
            </a:extLst>
          </p:cNvPr>
          <p:cNvSpPr/>
          <p:nvPr/>
        </p:nvSpPr>
        <p:spPr>
          <a:xfrm>
            <a:off x="10541811" y="3420238"/>
            <a:ext cx="603250" cy="814916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8" name="Téglalap: lekerekített 47">
            <a:extLst>
              <a:ext uri="{FF2B5EF4-FFF2-40B4-BE49-F238E27FC236}">
                <a16:creationId xmlns:a16="http://schemas.microsoft.com/office/drawing/2014/main" id="{A3BDB0EB-5790-F697-E499-A510F42624FE}"/>
              </a:ext>
            </a:extLst>
          </p:cNvPr>
          <p:cNvSpPr/>
          <p:nvPr/>
        </p:nvSpPr>
        <p:spPr>
          <a:xfrm>
            <a:off x="-1751947" y="0"/>
            <a:ext cx="12296204" cy="6858000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0" name="Téglalap: lekerekített 49">
            <a:extLst>
              <a:ext uri="{FF2B5EF4-FFF2-40B4-BE49-F238E27FC236}">
                <a16:creationId xmlns:a16="http://schemas.microsoft.com/office/drawing/2014/main" id="{0DE6D0B3-9CEE-8E34-C174-DB206E8B5AEA}"/>
              </a:ext>
            </a:extLst>
          </p:cNvPr>
          <p:cNvSpPr/>
          <p:nvPr/>
        </p:nvSpPr>
        <p:spPr>
          <a:xfrm>
            <a:off x="10355949" y="3959276"/>
            <a:ext cx="583712" cy="814916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2" name="Téglalap: lekerekített 51">
            <a:extLst>
              <a:ext uri="{FF2B5EF4-FFF2-40B4-BE49-F238E27FC236}">
                <a16:creationId xmlns:a16="http://schemas.microsoft.com/office/drawing/2014/main" id="{16216725-8F62-4774-1F03-CF928FC46EB9}"/>
              </a:ext>
            </a:extLst>
          </p:cNvPr>
          <p:cNvSpPr/>
          <p:nvPr/>
        </p:nvSpPr>
        <p:spPr>
          <a:xfrm>
            <a:off x="-2058864" y="-1"/>
            <a:ext cx="12393896" cy="6858000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4" name="Téglalap: lekerekített 53">
            <a:extLst>
              <a:ext uri="{FF2B5EF4-FFF2-40B4-BE49-F238E27FC236}">
                <a16:creationId xmlns:a16="http://schemas.microsoft.com/office/drawing/2014/main" id="{E079E3A5-42BD-9FFC-BE3E-8E64671F1B18}"/>
              </a:ext>
            </a:extLst>
          </p:cNvPr>
          <p:cNvSpPr/>
          <p:nvPr/>
        </p:nvSpPr>
        <p:spPr>
          <a:xfrm>
            <a:off x="10059615" y="4526437"/>
            <a:ext cx="603250" cy="814916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9" name="Téglalap: lekerekített 38">
            <a:extLst>
              <a:ext uri="{FF2B5EF4-FFF2-40B4-BE49-F238E27FC236}">
                <a16:creationId xmlns:a16="http://schemas.microsoft.com/office/drawing/2014/main" id="{1B0206FA-1079-E796-4AAB-F5BF74AAAA0E}"/>
              </a:ext>
            </a:extLst>
          </p:cNvPr>
          <p:cNvSpPr/>
          <p:nvPr/>
        </p:nvSpPr>
        <p:spPr>
          <a:xfrm>
            <a:off x="-2355197" y="-2"/>
            <a:ext cx="4275666" cy="6858000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1" name="Téglalap: lekerekített 40">
            <a:extLst>
              <a:ext uri="{FF2B5EF4-FFF2-40B4-BE49-F238E27FC236}">
                <a16:creationId xmlns:a16="http://schemas.microsoft.com/office/drawing/2014/main" id="{25BB0902-ED1B-2BD9-0529-9A4E4C32DAE0}"/>
              </a:ext>
            </a:extLst>
          </p:cNvPr>
          <p:cNvSpPr/>
          <p:nvPr/>
        </p:nvSpPr>
        <p:spPr>
          <a:xfrm>
            <a:off x="1725080" y="4634681"/>
            <a:ext cx="603250" cy="814916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Téglalap: lekerekített 42">
            <a:extLst>
              <a:ext uri="{FF2B5EF4-FFF2-40B4-BE49-F238E27FC236}">
                <a16:creationId xmlns:a16="http://schemas.microsoft.com/office/drawing/2014/main" id="{09FDFB09-391C-3E63-3C75-2A14D448FBC1}"/>
              </a:ext>
            </a:extLst>
          </p:cNvPr>
          <p:cNvSpPr/>
          <p:nvPr/>
        </p:nvSpPr>
        <p:spPr>
          <a:xfrm>
            <a:off x="-2662113" y="-3"/>
            <a:ext cx="4275666" cy="6858000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5" name="Téglalap: lekerekített 44">
            <a:extLst>
              <a:ext uri="{FF2B5EF4-FFF2-40B4-BE49-F238E27FC236}">
                <a16:creationId xmlns:a16="http://schemas.microsoft.com/office/drawing/2014/main" id="{40E9DEB1-0EB5-D7BB-E5A1-FFF8E232FFCE}"/>
              </a:ext>
            </a:extLst>
          </p:cNvPr>
          <p:cNvSpPr/>
          <p:nvPr/>
        </p:nvSpPr>
        <p:spPr>
          <a:xfrm>
            <a:off x="1428746" y="5343764"/>
            <a:ext cx="603250" cy="814916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F0613636-164F-F16B-9FFA-C2563F0803FA}"/>
              </a:ext>
            </a:extLst>
          </p:cNvPr>
          <p:cNvSpPr txBox="1">
            <a:spLocks/>
          </p:cNvSpPr>
          <p:nvPr/>
        </p:nvSpPr>
        <p:spPr>
          <a:xfrm>
            <a:off x="3618210" y="279888"/>
            <a:ext cx="5786068" cy="131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6600">
                <a:solidFill>
                  <a:srgbClr val="E7D7C1"/>
                </a:solidFill>
                <a:latin typeface="HGGothicE"/>
                <a:ea typeface="HGGothicE"/>
              </a:rPr>
              <a:t>Backend</a:t>
            </a:r>
            <a:r>
              <a:rPr lang="hu-HU" sz="6600">
                <a:solidFill>
                  <a:srgbClr val="735751"/>
                </a:solidFill>
                <a:latin typeface="HGGothicE"/>
                <a:ea typeface="HGGothicE"/>
              </a:rPr>
              <a:t> </a:t>
            </a:r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2E372CB4-DEB8-6504-89C0-8FEDC643FA9F}"/>
              </a:ext>
            </a:extLst>
          </p:cNvPr>
          <p:cNvSpPr/>
          <p:nvPr/>
        </p:nvSpPr>
        <p:spPr>
          <a:xfrm>
            <a:off x="2966591" y="1709616"/>
            <a:ext cx="6747280" cy="4044462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Cím 1">
            <a:extLst>
              <a:ext uri="{FF2B5EF4-FFF2-40B4-BE49-F238E27FC236}">
                <a16:creationId xmlns:a16="http://schemas.microsoft.com/office/drawing/2014/main" id="{C4B738F0-5CEE-A49C-8A24-43DFB0968224}"/>
              </a:ext>
            </a:extLst>
          </p:cNvPr>
          <p:cNvSpPr txBox="1">
            <a:spLocks/>
          </p:cNvSpPr>
          <p:nvPr/>
        </p:nvSpPr>
        <p:spPr>
          <a:xfrm>
            <a:off x="2768286" y="2155580"/>
            <a:ext cx="7134221" cy="41417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2800" b="0" dirty="0" err="1">
                <a:solidFill>
                  <a:srgbClr val="A78A7F"/>
                </a:solidFill>
                <a:ea typeface="+mj-lt"/>
                <a:cs typeface="+mj-lt"/>
              </a:rPr>
              <a:t>Prevents</a:t>
            </a:r>
            <a:r>
              <a:rPr lang="hu-HU" sz="2800" b="0" dirty="0">
                <a:solidFill>
                  <a:srgbClr val="A78A7F"/>
                </a:solidFill>
                <a:ea typeface="+mj-lt"/>
                <a:cs typeface="+mj-lt"/>
              </a:rPr>
              <a:t> </a:t>
            </a:r>
            <a:r>
              <a:rPr lang="hu-HU" sz="2800" b="0" dirty="0" err="1">
                <a:solidFill>
                  <a:srgbClr val="A78A7F"/>
                </a:solidFill>
                <a:ea typeface="+mj-lt"/>
                <a:cs typeface="+mj-lt"/>
              </a:rPr>
              <a:t>double</a:t>
            </a:r>
            <a:r>
              <a:rPr lang="hu-HU" sz="2800" b="0" dirty="0">
                <a:solidFill>
                  <a:srgbClr val="A78A7F"/>
                </a:solidFill>
                <a:ea typeface="+mj-lt"/>
                <a:cs typeface="+mj-lt"/>
              </a:rPr>
              <a:t> </a:t>
            </a:r>
            <a:r>
              <a:rPr lang="hu-HU" sz="2800" b="0" dirty="0" err="1">
                <a:solidFill>
                  <a:srgbClr val="A78A7F"/>
                </a:solidFill>
                <a:ea typeface="+mj-lt"/>
                <a:cs typeface="+mj-lt"/>
              </a:rPr>
              <a:t>booking</a:t>
            </a:r>
            <a:endParaRPr lang="hu-HU" sz="2800" b="0" dirty="0">
              <a:solidFill>
                <a:srgbClr val="A78A7F"/>
              </a:solidFill>
            </a:endParaRPr>
          </a:p>
          <a:p>
            <a:pPr algn="ctr"/>
            <a:endParaRPr lang="hu-HU" sz="2800" b="0">
              <a:solidFill>
                <a:srgbClr val="A78A7F"/>
              </a:solidFill>
              <a:ea typeface="+mj-lt"/>
              <a:cs typeface="+mj-lt"/>
            </a:endParaRPr>
          </a:p>
          <a:p>
            <a:pPr algn="ctr"/>
            <a:r>
              <a:rPr lang="hu-HU" sz="2800" b="0" dirty="0" err="1">
                <a:solidFill>
                  <a:srgbClr val="A78A7F"/>
                </a:solidFill>
                <a:ea typeface="+mj-lt"/>
                <a:cs typeface="+mj-lt"/>
              </a:rPr>
              <a:t>Manages</a:t>
            </a:r>
            <a:r>
              <a:rPr lang="hu-HU" sz="2800" b="0" dirty="0">
                <a:solidFill>
                  <a:srgbClr val="A78A7F"/>
                </a:solidFill>
                <a:ea typeface="+mj-lt"/>
                <a:cs typeface="+mj-lt"/>
              </a:rPr>
              <a:t> </a:t>
            </a:r>
            <a:r>
              <a:rPr lang="hu-HU" sz="2800" b="0" dirty="0" err="1">
                <a:solidFill>
                  <a:srgbClr val="A78A7F"/>
                </a:solidFill>
                <a:ea typeface="+mj-lt"/>
                <a:cs typeface="+mj-lt"/>
              </a:rPr>
              <a:t>seat</a:t>
            </a:r>
            <a:r>
              <a:rPr lang="hu-HU" sz="2800" b="0" dirty="0">
                <a:solidFill>
                  <a:srgbClr val="A78A7F"/>
                </a:solidFill>
                <a:ea typeface="+mj-lt"/>
                <a:cs typeface="+mj-lt"/>
              </a:rPr>
              <a:t> </a:t>
            </a:r>
            <a:r>
              <a:rPr lang="hu-HU" sz="2800" b="0" dirty="0" err="1">
                <a:solidFill>
                  <a:srgbClr val="A78A7F"/>
                </a:solidFill>
                <a:ea typeface="+mj-lt"/>
                <a:cs typeface="+mj-lt"/>
              </a:rPr>
              <a:t>availability</a:t>
            </a:r>
            <a:endParaRPr lang="hu-HU" dirty="0">
              <a:solidFill>
                <a:srgbClr val="A78A7F"/>
              </a:solidFill>
            </a:endParaRPr>
          </a:p>
          <a:p>
            <a:pPr algn="ctr"/>
            <a:endParaRPr lang="hu-HU" sz="2800" b="0">
              <a:solidFill>
                <a:srgbClr val="A78A7F"/>
              </a:solidFill>
              <a:ea typeface="+mj-lt"/>
              <a:cs typeface="+mj-lt"/>
            </a:endParaRPr>
          </a:p>
          <a:p>
            <a:pPr algn="ctr"/>
            <a:r>
              <a:rPr lang="hu-HU" sz="2800" b="0" dirty="0">
                <a:solidFill>
                  <a:srgbClr val="A78A7F"/>
                </a:solidFill>
              </a:rPr>
              <a:t>Rest </a:t>
            </a:r>
            <a:r>
              <a:rPr lang="hu-HU" sz="2800" b="0" dirty="0" err="1">
                <a:solidFill>
                  <a:srgbClr val="A78A7F"/>
                </a:solidFill>
              </a:rPr>
              <a:t>Api</a:t>
            </a:r>
          </a:p>
          <a:p>
            <a:pPr algn="ctr"/>
            <a:endParaRPr lang="hu-HU" sz="2800" b="0">
              <a:solidFill>
                <a:srgbClr val="A78A7F"/>
              </a:solidFill>
              <a:ea typeface="+mj-lt"/>
              <a:cs typeface="+mj-lt"/>
            </a:endParaRPr>
          </a:p>
          <a:p>
            <a:pPr algn="ctr"/>
            <a:r>
              <a:rPr lang="hu-HU" sz="2800" b="0" dirty="0" err="1">
                <a:solidFill>
                  <a:srgbClr val="A78A7F"/>
                </a:solidFill>
                <a:ea typeface="+mj-lt"/>
                <a:cs typeface="+mj-lt"/>
              </a:rPr>
              <a:t>Connects</a:t>
            </a:r>
            <a:r>
              <a:rPr lang="hu-HU" sz="2800" b="0" dirty="0">
                <a:solidFill>
                  <a:srgbClr val="A78A7F"/>
                </a:solidFill>
                <a:ea typeface="+mj-lt"/>
                <a:cs typeface="+mj-lt"/>
              </a:rPr>
              <a:t> frontend </a:t>
            </a:r>
            <a:r>
              <a:rPr lang="hu-HU" sz="2800" b="0" dirty="0" err="1">
                <a:solidFill>
                  <a:srgbClr val="A78A7F"/>
                </a:solidFill>
                <a:ea typeface="+mj-lt"/>
                <a:cs typeface="+mj-lt"/>
              </a:rPr>
              <a:t>with</a:t>
            </a:r>
            <a:r>
              <a:rPr lang="hu-HU" sz="2800" b="0" dirty="0">
                <a:solidFill>
                  <a:srgbClr val="A78A7F"/>
                </a:solidFill>
                <a:ea typeface="+mj-lt"/>
                <a:cs typeface="+mj-lt"/>
              </a:rPr>
              <a:t> </a:t>
            </a:r>
            <a:r>
              <a:rPr lang="hu-HU" sz="2800" b="0" dirty="0" err="1">
                <a:solidFill>
                  <a:srgbClr val="A78A7F"/>
                </a:solidFill>
                <a:ea typeface="+mj-lt"/>
                <a:cs typeface="+mj-lt"/>
              </a:rPr>
              <a:t>the</a:t>
            </a:r>
            <a:r>
              <a:rPr lang="hu-HU" sz="2800" b="0" dirty="0">
                <a:solidFill>
                  <a:srgbClr val="A78A7F"/>
                </a:solidFill>
                <a:ea typeface="+mj-lt"/>
                <a:cs typeface="+mj-lt"/>
              </a:rPr>
              <a:t> </a:t>
            </a:r>
            <a:r>
              <a:rPr lang="hu-HU" sz="2800" b="0" dirty="0" err="1">
                <a:solidFill>
                  <a:srgbClr val="A78A7F"/>
                </a:solidFill>
                <a:ea typeface="+mj-lt"/>
                <a:cs typeface="+mj-lt"/>
              </a:rPr>
              <a:t>database</a:t>
            </a:r>
            <a:endParaRPr lang="hu-HU" dirty="0" err="1">
              <a:solidFill>
                <a:srgbClr val="A78A7F"/>
              </a:solidFill>
              <a:ea typeface="+mj-lt"/>
              <a:cs typeface="+mj-lt"/>
            </a:endParaRPr>
          </a:p>
          <a:p>
            <a:pPr>
              <a:buFont typeface="Arial"/>
              <a:buChar char="•"/>
            </a:pPr>
            <a:endParaRPr lang="hu-HU" sz="2800" b="0">
              <a:solidFill>
                <a:srgbClr val="E7D7C1"/>
              </a:solidFill>
            </a:endParaRPr>
          </a:p>
          <a:p>
            <a:pPr>
              <a:buFont typeface="Arial"/>
              <a:buChar char="•"/>
            </a:pPr>
            <a:endParaRPr lang="hu-HU" sz="2800" b="0">
              <a:solidFill>
                <a:srgbClr val="735751"/>
              </a:solidFill>
            </a:endParaRPr>
          </a:p>
          <a:p>
            <a:pPr marL="285750" indent="-285750">
              <a:buFont typeface="Arial"/>
              <a:buChar char="•"/>
            </a:pPr>
            <a:endParaRPr lang="hu-HU" sz="2800" b="0">
              <a:solidFill>
                <a:srgbClr val="735751"/>
              </a:solidFill>
            </a:endParaRPr>
          </a:p>
          <a:p>
            <a:endParaRPr lang="hu-HU" sz="3200">
              <a:solidFill>
                <a:srgbClr val="735751"/>
              </a:solidFill>
              <a:latin typeface="HGGothicE"/>
              <a:ea typeface="HGGothicE"/>
            </a:endParaRPr>
          </a:p>
        </p:txBody>
      </p:sp>
    </p:spTree>
    <p:extLst>
      <p:ext uri="{BB962C8B-B14F-4D97-AF65-F5344CB8AC3E}">
        <p14:creationId xmlns:p14="http://schemas.microsoft.com/office/powerpoint/2010/main" val="4171706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8D6355-9C71-55D6-4D11-826B55DD0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D16E453D-F03B-DE64-BCC3-F10FC56F0BBA}"/>
              </a:ext>
            </a:extLst>
          </p:cNvPr>
          <p:cNvSpPr/>
          <p:nvPr/>
        </p:nvSpPr>
        <p:spPr>
          <a:xfrm>
            <a:off x="11538791" y="485204"/>
            <a:ext cx="603250" cy="814916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1444C416-6A1E-6092-C6A0-48B8A816B811}"/>
              </a:ext>
            </a:extLst>
          </p:cNvPr>
          <p:cNvSpPr/>
          <p:nvPr/>
        </p:nvSpPr>
        <p:spPr>
          <a:xfrm>
            <a:off x="-267891" y="1"/>
            <a:ext cx="12276666" cy="6858000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" name="Téglalap: lekerekített 21">
            <a:extLst>
              <a:ext uri="{FF2B5EF4-FFF2-40B4-BE49-F238E27FC236}">
                <a16:creationId xmlns:a16="http://schemas.microsoft.com/office/drawing/2014/main" id="{5001EC54-2A91-66C5-E5AF-A6D656311AEE}"/>
              </a:ext>
            </a:extLst>
          </p:cNvPr>
          <p:cNvSpPr/>
          <p:nvPr/>
        </p:nvSpPr>
        <p:spPr>
          <a:xfrm>
            <a:off x="11402145" y="1027767"/>
            <a:ext cx="603250" cy="814916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" name="Téglalap: lekerekített 25">
            <a:extLst>
              <a:ext uri="{FF2B5EF4-FFF2-40B4-BE49-F238E27FC236}">
                <a16:creationId xmlns:a16="http://schemas.microsoft.com/office/drawing/2014/main" id="{E5824FEA-B3F3-9E65-8BBA-1FC052F4188F}"/>
              </a:ext>
            </a:extLst>
          </p:cNvPr>
          <p:cNvSpPr/>
          <p:nvPr/>
        </p:nvSpPr>
        <p:spPr>
          <a:xfrm>
            <a:off x="-106380" y="-9647"/>
            <a:ext cx="11959166" cy="6858000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" name="Téglalap: lekerekített 29">
            <a:extLst>
              <a:ext uri="{FF2B5EF4-FFF2-40B4-BE49-F238E27FC236}">
                <a16:creationId xmlns:a16="http://schemas.microsoft.com/office/drawing/2014/main" id="{DB908329-C084-C3AC-853A-9B1307881687}"/>
              </a:ext>
            </a:extLst>
          </p:cNvPr>
          <p:cNvSpPr/>
          <p:nvPr/>
        </p:nvSpPr>
        <p:spPr>
          <a:xfrm>
            <a:off x="-647902" y="-9646"/>
            <a:ext cx="12276665" cy="6858000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4" name="Téglalap: lekerekített 33">
            <a:extLst>
              <a:ext uri="{FF2B5EF4-FFF2-40B4-BE49-F238E27FC236}">
                <a16:creationId xmlns:a16="http://schemas.microsoft.com/office/drawing/2014/main" id="{F0AE4B1F-1211-7B80-512A-D97A24D90079}"/>
              </a:ext>
            </a:extLst>
          </p:cNvPr>
          <p:cNvSpPr/>
          <p:nvPr/>
        </p:nvSpPr>
        <p:spPr>
          <a:xfrm>
            <a:off x="11236666" y="1585107"/>
            <a:ext cx="603250" cy="814916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8" name="Téglalap: lekerekített 37">
            <a:extLst>
              <a:ext uri="{FF2B5EF4-FFF2-40B4-BE49-F238E27FC236}">
                <a16:creationId xmlns:a16="http://schemas.microsoft.com/office/drawing/2014/main" id="{0452F7EC-B705-3575-0185-AEFB221DB741}"/>
              </a:ext>
            </a:extLst>
          </p:cNvPr>
          <p:cNvSpPr/>
          <p:nvPr/>
        </p:nvSpPr>
        <p:spPr>
          <a:xfrm>
            <a:off x="-941102" y="0"/>
            <a:ext cx="12276666" cy="6858000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2" name="Téglalap: lekerekített 41">
            <a:extLst>
              <a:ext uri="{FF2B5EF4-FFF2-40B4-BE49-F238E27FC236}">
                <a16:creationId xmlns:a16="http://schemas.microsoft.com/office/drawing/2014/main" id="{71622E05-C72B-06D0-BB49-11469D293D08}"/>
              </a:ext>
            </a:extLst>
          </p:cNvPr>
          <p:cNvSpPr/>
          <p:nvPr/>
        </p:nvSpPr>
        <p:spPr>
          <a:xfrm>
            <a:off x="11041404" y="2288492"/>
            <a:ext cx="603250" cy="814916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6" name="Téglalap: lekerekített 45">
            <a:extLst>
              <a:ext uri="{FF2B5EF4-FFF2-40B4-BE49-F238E27FC236}">
                <a16:creationId xmlns:a16="http://schemas.microsoft.com/office/drawing/2014/main" id="{A97C31C4-0AB5-86EF-10C4-49C5A6C5B8A2}"/>
              </a:ext>
            </a:extLst>
          </p:cNvPr>
          <p:cNvSpPr/>
          <p:nvPr/>
        </p:nvSpPr>
        <p:spPr>
          <a:xfrm>
            <a:off x="-1243948" y="0"/>
            <a:ext cx="12276666" cy="6858000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8" name="Téglalap: lekerekített 47">
            <a:extLst>
              <a:ext uri="{FF2B5EF4-FFF2-40B4-BE49-F238E27FC236}">
                <a16:creationId xmlns:a16="http://schemas.microsoft.com/office/drawing/2014/main" id="{28D2E1AA-82AD-B652-F70F-EAB0FAD51F9A}"/>
              </a:ext>
            </a:extLst>
          </p:cNvPr>
          <p:cNvSpPr/>
          <p:nvPr/>
        </p:nvSpPr>
        <p:spPr>
          <a:xfrm>
            <a:off x="10742391" y="2838289"/>
            <a:ext cx="603250" cy="814916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0" name="Téglalap: lekerekített 49">
            <a:extLst>
              <a:ext uri="{FF2B5EF4-FFF2-40B4-BE49-F238E27FC236}">
                <a16:creationId xmlns:a16="http://schemas.microsoft.com/office/drawing/2014/main" id="{B2D9BC39-66C5-7E65-DC0C-6414486D0677}"/>
              </a:ext>
            </a:extLst>
          </p:cNvPr>
          <p:cNvSpPr/>
          <p:nvPr/>
        </p:nvSpPr>
        <p:spPr>
          <a:xfrm>
            <a:off x="-1527255" y="0"/>
            <a:ext cx="12296204" cy="6858000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2" name="Téglalap: lekerekített 51">
            <a:extLst>
              <a:ext uri="{FF2B5EF4-FFF2-40B4-BE49-F238E27FC236}">
                <a16:creationId xmlns:a16="http://schemas.microsoft.com/office/drawing/2014/main" id="{3CE4477F-DF95-2B6F-DCC8-8166354BE20A}"/>
              </a:ext>
            </a:extLst>
          </p:cNvPr>
          <p:cNvSpPr/>
          <p:nvPr/>
        </p:nvSpPr>
        <p:spPr>
          <a:xfrm>
            <a:off x="10541811" y="3420238"/>
            <a:ext cx="603250" cy="814916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4" name="Téglalap: lekerekített 53">
            <a:extLst>
              <a:ext uri="{FF2B5EF4-FFF2-40B4-BE49-F238E27FC236}">
                <a16:creationId xmlns:a16="http://schemas.microsoft.com/office/drawing/2014/main" id="{EE7BA588-1AD6-0F8B-4AAC-D50CAB29068F}"/>
              </a:ext>
            </a:extLst>
          </p:cNvPr>
          <p:cNvSpPr/>
          <p:nvPr/>
        </p:nvSpPr>
        <p:spPr>
          <a:xfrm>
            <a:off x="-1751947" y="0"/>
            <a:ext cx="12296204" cy="6858000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6" name="Téglalap: lekerekített 55">
            <a:extLst>
              <a:ext uri="{FF2B5EF4-FFF2-40B4-BE49-F238E27FC236}">
                <a16:creationId xmlns:a16="http://schemas.microsoft.com/office/drawing/2014/main" id="{B5D086F5-19BE-AAD5-3B22-688872BF15E5}"/>
              </a:ext>
            </a:extLst>
          </p:cNvPr>
          <p:cNvSpPr/>
          <p:nvPr/>
        </p:nvSpPr>
        <p:spPr>
          <a:xfrm>
            <a:off x="10355949" y="3959276"/>
            <a:ext cx="583712" cy="814916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8" name="Téglalap: lekerekített 57">
            <a:extLst>
              <a:ext uri="{FF2B5EF4-FFF2-40B4-BE49-F238E27FC236}">
                <a16:creationId xmlns:a16="http://schemas.microsoft.com/office/drawing/2014/main" id="{B2E6DFC9-B738-024A-78BD-7C5F5367E75F}"/>
              </a:ext>
            </a:extLst>
          </p:cNvPr>
          <p:cNvSpPr/>
          <p:nvPr/>
        </p:nvSpPr>
        <p:spPr>
          <a:xfrm>
            <a:off x="-2058864" y="-1"/>
            <a:ext cx="12393896" cy="6858000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0" name="Téglalap: lekerekített 59">
            <a:extLst>
              <a:ext uri="{FF2B5EF4-FFF2-40B4-BE49-F238E27FC236}">
                <a16:creationId xmlns:a16="http://schemas.microsoft.com/office/drawing/2014/main" id="{7DC16FE9-E07D-7C89-510C-C2E0B3AADD0D}"/>
              </a:ext>
            </a:extLst>
          </p:cNvPr>
          <p:cNvSpPr/>
          <p:nvPr/>
        </p:nvSpPr>
        <p:spPr>
          <a:xfrm>
            <a:off x="10059615" y="4526437"/>
            <a:ext cx="603250" cy="814916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9" name="Téglalap: lekerekített 38">
            <a:extLst>
              <a:ext uri="{FF2B5EF4-FFF2-40B4-BE49-F238E27FC236}">
                <a16:creationId xmlns:a16="http://schemas.microsoft.com/office/drawing/2014/main" id="{C3498910-DA46-7A32-A5DC-C7A0FC4D2927}"/>
              </a:ext>
            </a:extLst>
          </p:cNvPr>
          <p:cNvSpPr/>
          <p:nvPr/>
        </p:nvSpPr>
        <p:spPr>
          <a:xfrm>
            <a:off x="-2355197" y="-2"/>
            <a:ext cx="12501358" cy="6858000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1" name="Téglalap: lekerekített 40">
            <a:extLst>
              <a:ext uri="{FF2B5EF4-FFF2-40B4-BE49-F238E27FC236}">
                <a16:creationId xmlns:a16="http://schemas.microsoft.com/office/drawing/2014/main" id="{3754444A-ACC4-CBC9-E6E2-62C6AD745B35}"/>
              </a:ext>
            </a:extLst>
          </p:cNvPr>
          <p:cNvSpPr/>
          <p:nvPr/>
        </p:nvSpPr>
        <p:spPr>
          <a:xfrm>
            <a:off x="9843434" y="5078872"/>
            <a:ext cx="603250" cy="814916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1CF019E5-73D9-E957-0DA6-D5D8A5CA83B5}"/>
              </a:ext>
            </a:extLst>
          </p:cNvPr>
          <p:cNvSpPr/>
          <p:nvPr/>
        </p:nvSpPr>
        <p:spPr>
          <a:xfrm>
            <a:off x="932391" y="1897387"/>
            <a:ext cx="7916883" cy="930233"/>
          </a:xfrm>
          <a:prstGeom prst="roundRect">
            <a:avLst/>
          </a:prstGeom>
          <a:solidFill>
            <a:srgbClr val="E7D7C1"/>
          </a:solidFill>
          <a:ln>
            <a:solidFill>
              <a:srgbClr val="E7D7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8C27F9AE-0948-5B5E-F8F4-9243B55B3BD3}"/>
              </a:ext>
            </a:extLst>
          </p:cNvPr>
          <p:cNvSpPr/>
          <p:nvPr/>
        </p:nvSpPr>
        <p:spPr>
          <a:xfrm>
            <a:off x="541621" y="3020848"/>
            <a:ext cx="7985267" cy="891156"/>
          </a:xfrm>
          <a:prstGeom prst="roundRect">
            <a:avLst/>
          </a:prstGeom>
          <a:solidFill>
            <a:srgbClr val="E7D7C1"/>
          </a:solidFill>
          <a:ln>
            <a:solidFill>
              <a:srgbClr val="E7D7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110D2FB4-667A-7B05-F6C3-768B61B331DD}"/>
              </a:ext>
            </a:extLst>
          </p:cNvPr>
          <p:cNvSpPr/>
          <p:nvPr/>
        </p:nvSpPr>
        <p:spPr>
          <a:xfrm>
            <a:off x="102005" y="4154078"/>
            <a:ext cx="7916883" cy="930233"/>
          </a:xfrm>
          <a:prstGeom prst="roundRect">
            <a:avLst/>
          </a:prstGeom>
          <a:solidFill>
            <a:srgbClr val="E7D7C1"/>
          </a:solidFill>
          <a:ln>
            <a:solidFill>
              <a:srgbClr val="E7D7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Téglalap: lekerekített 10">
            <a:extLst>
              <a:ext uri="{FF2B5EF4-FFF2-40B4-BE49-F238E27FC236}">
                <a16:creationId xmlns:a16="http://schemas.microsoft.com/office/drawing/2014/main" id="{34F6E493-32DC-0465-5E91-C1668C6339C4}"/>
              </a:ext>
            </a:extLst>
          </p:cNvPr>
          <p:cNvSpPr/>
          <p:nvPr/>
        </p:nvSpPr>
        <p:spPr>
          <a:xfrm>
            <a:off x="-337611" y="5287308"/>
            <a:ext cx="7916883" cy="930233"/>
          </a:xfrm>
          <a:prstGeom prst="roundRect">
            <a:avLst/>
          </a:prstGeom>
          <a:solidFill>
            <a:srgbClr val="E7D7C1"/>
          </a:solidFill>
          <a:ln>
            <a:solidFill>
              <a:srgbClr val="E7D7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Téglalap: lekerekített 42">
            <a:extLst>
              <a:ext uri="{FF2B5EF4-FFF2-40B4-BE49-F238E27FC236}">
                <a16:creationId xmlns:a16="http://schemas.microsoft.com/office/drawing/2014/main" id="{5DEB91D1-F662-1ECA-B81A-F79D62E6E6E8}"/>
              </a:ext>
            </a:extLst>
          </p:cNvPr>
          <p:cNvSpPr/>
          <p:nvPr/>
        </p:nvSpPr>
        <p:spPr>
          <a:xfrm>
            <a:off x="-2662113" y="-3"/>
            <a:ext cx="4275666" cy="6858000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5" name="Téglalap: lekerekített 44">
            <a:extLst>
              <a:ext uri="{FF2B5EF4-FFF2-40B4-BE49-F238E27FC236}">
                <a16:creationId xmlns:a16="http://schemas.microsoft.com/office/drawing/2014/main" id="{C2EBCF8A-5EDA-7A32-7179-82F1BD4A0542}"/>
              </a:ext>
            </a:extLst>
          </p:cNvPr>
          <p:cNvSpPr/>
          <p:nvPr/>
        </p:nvSpPr>
        <p:spPr>
          <a:xfrm>
            <a:off x="1428746" y="5343764"/>
            <a:ext cx="603250" cy="814916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2F3CDCC1-AB7F-0B37-4D0C-1D2FB855BE5A}"/>
              </a:ext>
            </a:extLst>
          </p:cNvPr>
          <p:cNvSpPr txBox="1">
            <a:spLocks/>
          </p:cNvSpPr>
          <p:nvPr/>
        </p:nvSpPr>
        <p:spPr>
          <a:xfrm>
            <a:off x="2905056" y="279888"/>
            <a:ext cx="5786068" cy="131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6600" err="1">
                <a:solidFill>
                  <a:srgbClr val="E7D7C1"/>
                </a:solidFill>
                <a:latin typeface="HGGothicE"/>
                <a:ea typeface="HGGothicE"/>
              </a:rPr>
              <a:t>Database</a:t>
            </a:r>
            <a:r>
              <a:rPr lang="hu-HU" sz="6600">
                <a:solidFill>
                  <a:srgbClr val="E7D7C1"/>
                </a:solidFill>
                <a:latin typeface="HGGothicE"/>
                <a:ea typeface="HGGothicE"/>
              </a:rPr>
              <a:t> </a:t>
            </a:r>
          </a:p>
        </p:txBody>
      </p:sp>
      <p:sp>
        <p:nvSpPr>
          <p:cNvPr id="12" name="Cím 1">
            <a:extLst>
              <a:ext uri="{FF2B5EF4-FFF2-40B4-BE49-F238E27FC236}">
                <a16:creationId xmlns:a16="http://schemas.microsoft.com/office/drawing/2014/main" id="{B517B6B8-BAF7-3254-9E2A-538CDC5CE310}"/>
              </a:ext>
            </a:extLst>
          </p:cNvPr>
          <p:cNvSpPr txBox="1">
            <a:spLocks/>
          </p:cNvSpPr>
          <p:nvPr/>
        </p:nvSpPr>
        <p:spPr>
          <a:xfrm>
            <a:off x="1742516" y="1969964"/>
            <a:ext cx="6948607" cy="6443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2800" b="0">
                <a:solidFill>
                  <a:srgbClr val="735751"/>
                </a:solidFill>
                <a:latin typeface="HGGothicE"/>
                <a:ea typeface="HGGothicE"/>
                <a:cs typeface="+mj-lt"/>
              </a:rPr>
              <a:t>Strong </a:t>
            </a:r>
            <a:r>
              <a:rPr lang="hu-HU" sz="2800" b="0" err="1">
                <a:solidFill>
                  <a:srgbClr val="735751"/>
                </a:solidFill>
                <a:latin typeface="HGGothicE"/>
                <a:ea typeface="HGGothicE"/>
                <a:cs typeface="+mj-lt"/>
              </a:rPr>
              <a:t>data</a:t>
            </a:r>
            <a:r>
              <a:rPr lang="hu-HU" sz="2800" b="0">
                <a:solidFill>
                  <a:srgbClr val="735751"/>
                </a:solidFill>
                <a:latin typeface="HGGothicE"/>
                <a:ea typeface="HGGothicE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latin typeface="HGGothicE"/>
                <a:ea typeface="HGGothicE"/>
                <a:cs typeface="+mj-lt"/>
              </a:rPr>
              <a:t>integrity</a:t>
            </a:r>
            <a:r>
              <a:rPr lang="hu-HU" sz="2800" b="0">
                <a:solidFill>
                  <a:srgbClr val="735751"/>
                </a:solidFill>
                <a:latin typeface="HGGothicE"/>
                <a:ea typeface="HGGothicE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latin typeface="HGGothicE"/>
                <a:ea typeface="HGGothicE"/>
                <a:cs typeface="+mj-lt"/>
              </a:rPr>
              <a:t>with</a:t>
            </a:r>
            <a:r>
              <a:rPr lang="hu-HU" sz="2800" b="0">
                <a:solidFill>
                  <a:srgbClr val="735751"/>
                </a:solidFill>
                <a:latin typeface="HGGothicE"/>
                <a:ea typeface="HGGothicE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latin typeface="HGGothicE"/>
                <a:ea typeface="HGGothicE"/>
                <a:cs typeface="+mj-lt"/>
              </a:rPr>
              <a:t>primary</a:t>
            </a:r>
            <a:r>
              <a:rPr lang="hu-HU" sz="2800" b="0">
                <a:solidFill>
                  <a:srgbClr val="735751"/>
                </a:solidFill>
                <a:latin typeface="HGGothicE"/>
                <a:ea typeface="HGGothicE"/>
                <a:cs typeface="+mj-lt"/>
              </a:rPr>
              <a:t> and </a:t>
            </a:r>
            <a:r>
              <a:rPr lang="hu-HU" sz="2800" b="0" err="1">
                <a:solidFill>
                  <a:srgbClr val="735751"/>
                </a:solidFill>
                <a:latin typeface="HGGothicE"/>
                <a:ea typeface="HGGothicE"/>
                <a:cs typeface="+mj-lt"/>
              </a:rPr>
              <a:t>foreign</a:t>
            </a:r>
            <a:r>
              <a:rPr lang="hu-HU" sz="2800" b="0">
                <a:solidFill>
                  <a:srgbClr val="735751"/>
                </a:solidFill>
                <a:latin typeface="HGGothicE"/>
                <a:ea typeface="HGGothicE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latin typeface="HGGothicE"/>
                <a:ea typeface="HGGothicE"/>
                <a:cs typeface="+mj-lt"/>
              </a:rPr>
              <a:t>keys</a:t>
            </a:r>
            <a:endParaRPr lang="hu-HU" sz="2800" b="0" err="1">
              <a:solidFill>
                <a:srgbClr val="735751"/>
              </a:solidFill>
              <a:latin typeface="HGGothicE"/>
              <a:ea typeface="HGGothicE"/>
            </a:endParaRPr>
          </a:p>
        </p:txBody>
      </p:sp>
      <p:sp>
        <p:nvSpPr>
          <p:cNvPr id="13" name="Cím 1">
            <a:extLst>
              <a:ext uri="{FF2B5EF4-FFF2-40B4-BE49-F238E27FC236}">
                <a16:creationId xmlns:a16="http://schemas.microsoft.com/office/drawing/2014/main" id="{7AEFE309-5800-D0D2-F872-8C4FF1706B94}"/>
              </a:ext>
            </a:extLst>
          </p:cNvPr>
          <p:cNvSpPr txBox="1">
            <a:spLocks/>
          </p:cNvSpPr>
          <p:nvPr/>
        </p:nvSpPr>
        <p:spPr>
          <a:xfrm>
            <a:off x="1732747" y="3200887"/>
            <a:ext cx="8296759" cy="5271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2800" b="0" err="1">
                <a:solidFill>
                  <a:srgbClr val="735751"/>
                </a:solidFill>
                <a:latin typeface="HGGothicE"/>
                <a:ea typeface="HGGothicE"/>
                <a:cs typeface="+mj-lt"/>
              </a:rPr>
              <a:t>Structured</a:t>
            </a:r>
            <a:r>
              <a:rPr lang="hu-HU" sz="2800" b="0">
                <a:solidFill>
                  <a:srgbClr val="735751"/>
                </a:solidFill>
                <a:latin typeface="HGGothicE"/>
                <a:ea typeface="HGGothicE"/>
                <a:cs typeface="+mj-lt"/>
              </a:rPr>
              <a:t> and </a:t>
            </a:r>
            <a:r>
              <a:rPr lang="hu-HU" sz="2800" b="0" err="1">
                <a:solidFill>
                  <a:srgbClr val="735751"/>
                </a:solidFill>
                <a:latin typeface="HGGothicE"/>
                <a:ea typeface="HGGothicE"/>
                <a:cs typeface="+mj-lt"/>
              </a:rPr>
              <a:t>organized</a:t>
            </a:r>
            <a:r>
              <a:rPr lang="hu-HU" sz="2800" b="0">
                <a:solidFill>
                  <a:srgbClr val="735751"/>
                </a:solidFill>
                <a:latin typeface="HGGothicE"/>
                <a:ea typeface="HGGothicE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latin typeface="HGGothicE"/>
                <a:ea typeface="HGGothicE"/>
                <a:cs typeface="+mj-lt"/>
              </a:rPr>
              <a:t>data</a:t>
            </a:r>
            <a:r>
              <a:rPr lang="hu-HU" sz="2800" b="0">
                <a:solidFill>
                  <a:srgbClr val="735751"/>
                </a:solidFill>
                <a:latin typeface="HGGothicE"/>
                <a:ea typeface="HGGothicE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latin typeface="HGGothicE"/>
                <a:ea typeface="HGGothicE"/>
                <a:cs typeface="+mj-lt"/>
              </a:rPr>
              <a:t>storage</a:t>
            </a:r>
            <a:endParaRPr lang="hu-HU" err="1">
              <a:latin typeface="HGGothicE"/>
              <a:ea typeface="HGGothicE"/>
            </a:endParaRPr>
          </a:p>
        </p:txBody>
      </p:sp>
      <p:sp>
        <p:nvSpPr>
          <p:cNvPr id="14" name="Cím 1">
            <a:extLst>
              <a:ext uri="{FF2B5EF4-FFF2-40B4-BE49-F238E27FC236}">
                <a16:creationId xmlns:a16="http://schemas.microsoft.com/office/drawing/2014/main" id="{0D9BD5FD-B4F4-AE1B-E385-1410134C9BA5}"/>
              </a:ext>
            </a:extLst>
          </p:cNvPr>
          <p:cNvSpPr txBox="1">
            <a:spLocks/>
          </p:cNvSpPr>
          <p:nvPr/>
        </p:nvSpPr>
        <p:spPr>
          <a:xfrm>
            <a:off x="1742516" y="4412271"/>
            <a:ext cx="8296759" cy="5271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2800" b="0" err="1">
                <a:solidFill>
                  <a:srgbClr val="735751"/>
                </a:solidFill>
                <a:latin typeface="HGGothicE"/>
                <a:ea typeface="HGGothicE"/>
                <a:cs typeface="+mj-lt"/>
              </a:rPr>
              <a:t>Clear</a:t>
            </a:r>
            <a:r>
              <a:rPr lang="hu-HU" sz="2800" b="0">
                <a:solidFill>
                  <a:srgbClr val="735751"/>
                </a:solidFill>
                <a:latin typeface="HGGothicE"/>
                <a:ea typeface="HGGothicE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latin typeface="HGGothicE"/>
                <a:ea typeface="HGGothicE"/>
                <a:cs typeface="+mj-lt"/>
              </a:rPr>
              <a:t>relationships</a:t>
            </a:r>
            <a:r>
              <a:rPr lang="hu-HU" sz="2800" b="0">
                <a:solidFill>
                  <a:srgbClr val="735751"/>
                </a:solidFill>
                <a:latin typeface="HGGothicE"/>
                <a:ea typeface="HGGothicE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latin typeface="HGGothicE"/>
                <a:ea typeface="HGGothicE"/>
                <a:cs typeface="+mj-lt"/>
              </a:rPr>
              <a:t>between</a:t>
            </a:r>
            <a:r>
              <a:rPr lang="hu-HU" sz="2800" b="0">
                <a:solidFill>
                  <a:srgbClr val="735751"/>
                </a:solidFill>
                <a:latin typeface="HGGothicE"/>
                <a:ea typeface="HGGothicE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latin typeface="HGGothicE"/>
                <a:ea typeface="HGGothicE"/>
                <a:cs typeface="+mj-lt"/>
              </a:rPr>
              <a:t>tables</a:t>
            </a:r>
            <a:endParaRPr lang="hu-HU" err="1">
              <a:latin typeface="HGGothicE"/>
              <a:ea typeface="HGGothicE"/>
            </a:endParaRPr>
          </a:p>
        </p:txBody>
      </p:sp>
      <p:sp>
        <p:nvSpPr>
          <p:cNvPr id="16" name="Cím 1">
            <a:extLst>
              <a:ext uri="{FF2B5EF4-FFF2-40B4-BE49-F238E27FC236}">
                <a16:creationId xmlns:a16="http://schemas.microsoft.com/office/drawing/2014/main" id="{37B9ABA3-0F41-B9ED-BD73-ED624B41C9EC}"/>
              </a:ext>
            </a:extLst>
          </p:cNvPr>
          <p:cNvSpPr txBox="1">
            <a:spLocks/>
          </p:cNvSpPr>
          <p:nvPr/>
        </p:nvSpPr>
        <p:spPr>
          <a:xfrm>
            <a:off x="2230977" y="5496655"/>
            <a:ext cx="8296759" cy="5271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2800" b="0" err="1">
                <a:solidFill>
                  <a:srgbClr val="735751"/>
                </a:solidFill>
                <a:latin typeface="HGGothicE"/>
                <a:ea typeface="HGGothicE"/>
                <a:cs typeface="+mj-lt"/>
              </a:rPr>
              <a:t>Support</a:t>
            </a:r>
            <a:r>
              <a:rPr lang="hu-HU" sz="2800" b="0">
                <a:solidFill>
                  <a:srgbClr val="735751"/>
                </a:solidFill>
                <a:latin typeface="HGGothicE"/>
                <a:ea typeface="HGGothicE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latin typeface="HGGothicE"/>
                <a:ea typeface="HGGothicE"/>
                <a:cs typeface="+mj-lt"/>
              </a:rPr>
              <a:t>for</a:t>
            </a:r>
            <a:r>
              <a:rPr lang="hu-HU" sz="2800" b="0">
                <a:solidFill>
                  <a:srgbClr val="735751"/>
                </a:solidFill>
                <a:latin typeface="HGGothicE"/>
                <a:ea typeface="HGGothicE"/>
                <a:cs typeface="+mj-lt"/>
              </a:rPr>
              <a:t> </a:t>
            </a:r>
            <a:r>
              <a:rPr lang="hu-HU" sz="2800" b="0" err="1">
                <a:solidFill>
                  <a:srgbClr val="735751"/>
                </a:solidFill>
                <a:latin typeface="HGGothicE"/>
                <a:ea typeface="HGGothicE"/>
                <a:cs typeface="+mj-lt"/>
              </a:rPr>
              <a:t>transactions</a:t>
            </a:r>
            <a:endParaRPr lang="hu-HU" err="1">
              <a:latin typeface="HGGothicE"/>
              <a:ea typeface="HGGothicE"/>
            </a:endParaRPr>
          </a:p>
        </p:txBody>
      </p:sp>
    </p:spTree>
    <p:extLst>
      <p:ext uri="{BB962C8B-B14F-4D97-AF65-F5344CB8AC3E}">
        <p14:creationId xmlns:p14="http://schemas.microsoft.com/office/powerpoint/2010/main" val="9298756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62E45E-24E6-406B-563C-0DF8E80D2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6BB9BB14-C011-07F8-5E6E-AB8D0D91ABA7}"/>
              </a:ext>
            </a:extLst>
          </p:cNvPr>
          <p:cNvSpPr/>
          <p:nvPr/>
        </p:nvSpPr>
        <p:spPr>
          <a:xfrm>
            <a:off x="11538791" y="485204"/>
            <a:ext cx="603250" cy="814916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8DEE1397-C5C2-1D2A-D96C-CD9B90CC51ED}"/>
              </a:ext>
            </a:extLst>
          </p:cNvPr>
          <p:cNvSpPr/>
          <p:nvPr/>
        </p:nvSpPr>
        <p:spPr>
          <a:xfrm>
            <a:off x="-267891" y="1"/>
            <a:ext cx="12276666" cy="6858000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52AD4CA1-7D4A-701C-D705-052075265A71}"/>
              </a:ext>
            </a:extLst>
          </p:cNvPr>
          <p:cNvSpPr/>
          <p:nvPr/>
        </p:nvSpPr>
        <p:spPr>
          <a:xfrm>
            <a:off x="11402145" y="1027767"/>
            <a:ext cx="603250" cy="814916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: lekerekített 11">
            <a:extLst>
              <a:ext uri="{FF2B5EF4-FFF2-40B4-BE49-F238E27FC236}">
                <a16:creationId xmlns:a16="http://schemas.microsoft.com/office/drawing/2014/main" id="{566544BF-4818-0C46-700B-BB271E7D9B1A}"/>
              </a:ext>
            </a:extLst>
          </p:cNvPr>
          <p:cNvSpPr/>
          <p:nvPr/>
        </p:nvSpPr>
        <p:spPr>
          <a:xfrm>
            <a:off x="-106380" y="-9647"/>
            <a:ext cx="11959166" cy="6858000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088567FA-0643-026C-9863-53D0474CD18D}"/>
              </a:ext>
            </a:extLst>
          </p:cNvPr>
          <p:cNvSpPr/>
          <p:nvPr/>
        </p:nvSpPr>
        <p:spPr>
          <a:xfrm>
            <a:off x="-647902" y="-9646"/>
            <a:ext cx="12276665" cy="6858000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571C1B2D-4908-4323-78F4-5F05B04ECBB9}"/>
              </a:ext>
            </a:extLst>
          </p:cNvPr>
          <p:cNvSpPr/>
          <p:nvPr/>
        </p:nvSpPr>
        <p:spPr>
          <a:xfrm>
            <a:off x="11236666" y="1585107"/>
            <a:ext cx="603250" cy="814916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" name="Téglalap: lekerekített 21">
            <a:extLst>
              <a:ext uri="{FF2B5EF4-FFF2-40B4-BE49-F238E27FC236}">
                <a16:creationId xmlns:a16="http://schemas.microsoft.com/office/drawing/2014/main" id="{06A21B8C-85E3-2FD1-E231-AFB82AFF7B05}"/>
              </a:ext>
            </a:extLst>
          </p:cNvPr>
          <p:cNvSpPr/>
          <p:nvPr/>
        </p:nvSpPr>
        <p:spPr>
          <a:xfrm>
            <a:off x="-941102" y="0"/>
            <a:ext cx="12276666" cy="6858000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" name="Téglalap: lekerekített 25">
            <a:extLst>
              <a:ext uri="{FF2B5EF4-FFF2-40B4-BE49-F238E27FC236}">
                <a16:creationId xmlns:a16="http://schemas.microsoft.com/office/drawing/2014/main" id="{35945A99-DC89-4FD1-A749-2959E92F7B29}"/>
              </a:ext>
            </a:extLst>
          </p:cNvPr>
          <p:cNvSpPr/>
          <p:nvPr/>
        </p:nvSpPr>
        <p:spPr>
          <a:xfrm>
            <a:off x="11041404" y="2288492"/>
            <a:ext cx="603250" cy="814916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" name="Téglalap: lekerekített 29">
            <a:extLst>
              <a:ext uri="{FF2B5EF4-FFF2-40B4-BE49-F238E27FC236}">
                <a16:creationId xmlns:a16="http://schemas.microsoft.com/office/drawing/2014/main" id="{44E42BC2-0781-C95F-1842-3DFEBE687C10}"/>
              </a:ext>
            </a:extLst>
          </p:cNvPr>
          <p:cNvSpPr/>
          <p:nvPr/>
        </p:nvSpPr>
        <p:spPr>
          <a:xfrm>
            <a:off x="-1243948" y="0"/>
            <a:ext cx="12276666" cy="6858000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4" name="Téglalap: lekerekített 33">
            <a:extLst>
              <a:ext uri="{FF2B5EF4-FFF2-40B4-BE49-F238E27FC236}">
                <a16:creationId xmlns:a16="http://schemas.microsoft.com/office/drawing/2014/main" id="{E98B97CD-412F-1E46-905E-1B9ED8E2DE75}"/>
              </a:ext>
            </a:extLst>
          </p:cNvPr>
          <p:cNvSpPr/>
          <p:nvPr/>
        </p:nvSpPr>
        <p:spPr>
          <a:xfrm>
            <a:off x="10742391" y="2838289"/>
            <a:ext cx="603250" cy="814916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8" name="Téglalap: lekerekített 37">
            <a:extLst>
              <a:ext uri="{FF2B5EF4-FFF2-40B4-BE49-F238E27FC236}">
                <a16:creationId xmlns:a16="http://schemas.microsoft.com/office/drawing/2014/main" id="{B268A2FC-B60B-0291-55B0-035F09A0BCFC}"/>
              </a:ext>
            </a:extLst>
          </p:cNvPr>
          <p:cNvSpPr/>
          <p:nvPr/>
        </p:nvSpPr>
        <p:spPr>
          <a:xfrm>
            <a:off x="-1527255" y="0"/>
            <a:ext cx="12296204" cy="6858000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2" name="Téglalap: lekerekített 41">
            <a:extLst>
              <a:ext uri="{FF2B5EF4-FFF2-40B4-BE49-F238E27FC236}">
                <a16:creationId xmlns:a16="http://schemas.microsoft.com/office/drawing/2014/main" id="{DE8B8039-87F6-3FE8-30D8-5880F2A0C340}"/>
              </a:ext>
            </a:extLst>
          </p:cNvPr>
          <p:cNvSpPr/>
          <p:nvPr/>
        </p:nvSpPr>
        <p:spPr>
          <a:xfrm>
            <a:off x="10541811" y="3420238"/>
            <a:ext cx="603250" cy="814916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6" name="Téglalap: lekerekített 45">
            <a:extLst>
              <a:ext uri="{FF2B5EF4-FFF2-40B4-BE49-F238E27FC236}">
                <a16:creationId xmlns:a16="http://schemas.microsoft.com/office/drawing/2014/main" id="{E0BFEE93-542F-02D6-1CD6-79B76B73A046}"/>
              </a:ext>
            </a:extLst>
          </p:cNvPr>
          <p:cNvSpPr/>
          <p:nvPr/>
        </p:nvSpPr>
        <p:spPr>
          <a:xfrm>
            <a:off x="-1751947" y="0"/>
            <a:ext cx="12296204" cy="6858000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8" name="Téglalap: lekerekített 47">
            <a:extLst>
              <a:ext uri="{FF2B5EF4-FFF2-40B4-BE49-F238E27FC236}">
                <a16:creationId xmlns:a16="http://schemas.microsoft.com/office/drawing/2014/main" id="{807E7ED5-04A5-89E8-B53B-8F0A8497DE3F}"/>
              </a:ext>
            </a:extLst>
          </p:cNvPr>
          <p:cNvSpPr/>
          <p:nvPr/>
        </p:nvSpPr>
        <p:spPr>
          <a:xfrm>
            <a:off x="10355949" y="3959276"/>
            <a:ext cx="583712" cy="814916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0" name="Téglalap: lekerekített 49">
            <a:extLst>
              <a:ext uri="{FF2B5EF4-FFF2-40B4-BE49-F238E27FC236}">
                <a16:creationId xmlns:a16="http://schemas.microsoft.com/office/drawing/2014/main" id="{08732BD6-FB6E-A9D4-CC8F-B6712B069B89}"/>
              </a:ext>
            </a:extLst>
          </p:cNvPr>
          <p:cNvSpPr/>
          <p:nvPr/>
        </p:nvSpPr>
        <p:spPr>
          <a:xfrm>
            <a:off x="10059615" y="4526437"/>
            <a:ext cx="603250" cy="814916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6" name="Téglalap: lekerekített 55">
            <a:extLst>
              <a:ext uri="{FF2B5EF4-FFF2-40B4-BE49-F238E27FC236}">
                <a16:creationId xmlns:a16="http://schemas.microsoft.com/office/drawing/2014/main" id="{84CCC3AA-3A8C-992C-6918-D4E8FDBBF54E}"/>
              </a:ext>
            </a:extLst>
          </p:cNvPr>
          <p:cNvSpPr/>
          <p:nvPr/>
        </p:nvSpPr>
        <p:spPr>
          <a:xfrm>
            <a:off x="-2058864" y="-1"/>
            <a:ext cx="12393896" cy="6858000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2" name="Téglalap: lekerekített 51">
            <a:extLst>
              <a:ext uri="{FF2B5EF4-FFF2-40B4-BE49-F238E27FC236}">
                <a16:creationId xmlns:a16="http://schemas.microsoft.com/office/drawing/2014/main" id="{1568A3B3-1AB0-3144-B642-A1F7901775FE}"/>
              </a:ext>
            </a:extLst>
          </p:cNvPr>
          <p:cNvSpPr/>
          <p:nvPr/>
        </p:nvSpPr>
        <p:spPr>
          <a:xfrm>
            <a:off x="-2355197" y="-2"/>
            <a:ext cx="12501358" cy="6858000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4" name="Téglalap: lekerekített 53">
            <a:extLst>
              <a:ext uri="{FF2B5EF4-FFF2-40B4-BE49-F238E27FC236}">
                <a16:creationId xmlns:a16="http://schemas.microsoft.com/office/drawing/2014/main" id="{7177C75B-6D26-FCF9-2669-1EB6062C864E}"/>
              </a:ext>
            </a:extLst>
          </p:cNvPr>
          <p:cNvSpPr/>
          <p:nvPr/>
        </p:nvSpPr>
        <p:spPr>
          <a:xfrm>
            <a:off x="9843434" y="5078872"/>
            <a:ext cx="603250" cy="814916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Téglalap: lekerekített 42">
            <a:extLst>
              <a:ext uri="{FF2B5EF4-FFF2-40B4-BE49-F238E27FC236}">
                <a16:creationId xmlns:a16="http://schemas.microsoft.com/office/drawing/2014/main" id="{03FBF86C-EC07-D2C5-7D35-7718870A9231}"/>
              </a:ext>
            </a:extLst>
          </p:cNvPr>
          <p:cNvSpPr/>
          <p:nvPr/>
        </p:nvSpPr>
        <p:spPr>
          <a:xfrm>
            <a:off x="-2662113" y="-3"/>
            <a:ext cx="4275666" cy="6858000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5" name="Téglalap: lekerekített 44">
            <a:extLst>
              <a:ext uri="{FF2B5EF4-FFF2-40B4-BE49-F238E27FC236}">
                <a16:creationId xmlns:a16="http://schemas.microsoft.com/office/drawing/2014/main" id="{3F2F00E6-3C91-700F-AAD7-683315E17B6D}"/>
              </a:ext>
            </a:extLst>
          </p:cNvPr>
          <p:cNvSpPr/>
          <p:nvPr/>
        </p:nvSpPr>
        <p:spPr>
          <a:xfrm>
            <a:off x="1428746" y="5343764"/>
            <a:ext cx="603250" cy="814916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" name="Kép 1" descr="A képen szöveg, képernyőkép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FEF63875-582E-CDC7-C5BB-3700E20EC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992" y="117230"/>
            <a:ext cx="6791798" cy="6623539"/>
          </a:xfrm>
          <a:prstGeom prst="rect">
            <a:avLst/>
          </a:prstGeom>
          <a:ln w="28575">
            <a:solidFill>
              <a:srgbClr val="E7D7C1"/>
            </a:solidFill>
          </a:ln>
        </p:spPr>
      </p:pic>
    </p:spTree>
    <p:extLst>
      <p:ext uri="{BB962C8B-B14F-4D97-AF65-F5344CB8AC3E}">
        <p14:creationId xmlns:p14="http://schemas.microsoft.com/office/powerpoint/2010/main" val="29170830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85A716-0336-0E78-2933-BCA59CA5E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4BB1831F-9985-90FE-D6FA-0AEAF256FDAD}"/>
              </a:ext>
            </a:extLst>
          </p:cNvPr>
          <p:cNvSpPr/>
          <p:nvPr/>
        </p:nvSpPr>
        <p:spPr>
          <a:xfrm>
            <a:off x="11538791" y="485204"/>
            <a:ext cx="603250" cy="814916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C55C8873-5395-DEAC-E093-3C321E5F9CB8}"/>
              </a:ext>
            </a:extLst>
          </p:cNvPr>
          <p:cNvSpPr/>
          <p:nvPr/>
        </p:nvSpPr>
        <p:spPr>
          <a:xfrm>
            <a:off x="-267891" y="1"/>
            <a:ext cx="12276666" cy="6858000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Téglalap: lekerekített 10">
            <a:extLst>
              <a:ext uri="{FF2B5EF4-FFF2-40B4-BE49-F238E27FC236}">
                <a16:creationId xmlns:a16="http://schemas.microsoft.com/office/drawing/2014/main" id="{B6A71151-50F1-E754-3AF9-E7BD2D44646A}"/>
              </a:ext>
            </a:extLst>
          </p:cNvPr>
          <p:cNvSpPr/>
          <p:nvPr/>
        </p:nvSpPr>
        <p:spPr>
          <a:xfrm>
            <a:off x="11402145" y="1027767"/>
            <a:ext cx="603250" cy="814916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: lekerekített 12">
            <a:extLst>
              <a:ext uri="{FF2B5EF4-FFF2-40B4-BE49-F238E27FC236}">
                <a16:creationId xmlns:a16="http://schemas.microsoft.com/office/drawing/2014/main" id="{91E0C0B3-38AD-899E-0C08-65CD0101D87B}"/>
              </a:ext>
            </a:extLst>
          </p:cNvPr>
          <p:cNvSpPr/>
          <p:nvPr/>
        </p:nvSpPr>
        <p:spPr>
          <a:xfrm>
            <a:off x="-106380" y="-9647"/>
            <a:ext cx="11959166" cy="6858000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5D2062DE-E7AF-D67E-F5DE-E8A17823B325}"/>
              </a:ext>
            </a:extLst>
          </p:cNvPr>
          <p:cNvSpPr/>
          <p:nvPr/>
        </p:nvSpPr>
        <p:spPr>
          <a:xfrm>
            <a:off x="-647902" y="-9646"/>
            <a:ext cx="12276665" cy="6858000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: lekerekített 19">
            <a:extLst>
              <a:ext uri="{FF2B5EF4-FFF2-40B4-BE49-F238E27FC236}">
                <a16:creationId xmlns:a16="http://schemas.microsoft.com/office/drawing/2014/main" id="{B90736DA-2A7D-3BDA-4999-A6F9D694AD18}"/>
              </a:ext>
            </a:extLst>
          </p:cNvPr>
          <p:cNvSpPr/>
          <p:nvPr/>
        </p:nvSpPr>
        <p:spPr>
          <a:xfrm>
            <a:off x="11236666" y="1585107"/>
            <a:ext cx="603250" cy="814916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Téglalap: lekerekített 23">
            <a:extLst>
              <a:ext uri="{FF2B5EF4-FFF2-40B4-BE49-F238E27FC236}">
                <a16:creationId xmlns:a16="http://schemas.microsoft.com/office/drawing/2014/main" id="{104196D0-5723-9426-E215-847D9BB4B60D}"/>
              </a:ext>
            </a:extLst>
          </p:cNvPr>
          <p:cNvSpPr/>
          <p:nvPr/>
        </p:nvSpPr>
        <p:spPr>
          <a:xfrm>
            <a:off x="-941102" y="0"/>
            <a:ext cx="12276666" cy="6858000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Téglalap: lekerekített 27">
            <a:extLst>
              <a:ext uri="{FF2B5EF4-FFF2-40B4-BE49-F238E27FC236}">
                <a16:creationId xmlns:a16="http://schemas.microsoft.com/office/drawing/2014/main" id="{559D1D4F-B16F-D264-B7FC-1EBDA588FFC8}"/>
              </a:ext>
            </a:extLst>
          </p:cNvPr>
          <p:cNvSpPr/>
          <p:nvPr/>
        </p:nvSpPr>
        <p:spPr>
          <a:xfrm>
            <a:off x="11041404" y="2288492"/>
            <a:ext cx="603250" cy="814916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" name="Téglalap: lekerekített 31">
            <a:extLst>
              <a:ext uri="{FF2B5EF4-FFF2-40B4-BE49-F238E27FC236}">
                <a16:creationId xmlns:a16="http://schemas.microsoft.com/office/drawing/2014/main" id="{9E583DF5-AB0C-6527-8F51-CA4C51AE1996}"/>
              </a:ext>
            </a:extLst>
          </p:cNvPr>
          <p:cNvSpPr/>
          <p:nvPr/>
        </p:nvSpPr>
        <p:spPr>
          <a:xfrm>
            <a:off x="-1243948" y="0"/>
            <a:ext cx="12276666" cy="6858000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6" name="Téglalap: lekerekített 35">
            <a:extLst>
              <a:ext uri="{FF2B5EF4-FFF2-40B4-BE49-F238E27FC236}">
                <a16:creationId xmlns:a16="http://schemas.microsoft.com/office/drawing/2014/main" id="{1C7053D8-EAEA-CFF1-8AA7-4D3E83DB51AC}"/>
              </a:ext>
            </a:extLst>
          </p:cNvPr>
          <p:cNvSpPr/>
          <p:nvPr/>
        </p:nvSpPr>
        <p:spPr>
          <a:xfrm>
            <a:off x="10742391" y="2838289"/>
            <a:ext cx="603250" cy="814916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Téglalap: lekerekített 39">
            <a:extLst>
              <a:ext uri="{FF2B5EF4-FFF2-40B4-BE49-F238E27FC236}">
                <a16:creationId xmlns:a16="http://schemas.microsoft.com/office/drawing/2014/main" id="{16806D18-10DA-93CF-A30F-D9BE76567DFC}"/>
              </a:ext>
            </a:extLst>
          </p:cNvPr>
          <p:cNvSpPr/>
          <p:nvPr/>
        </p:nvSpPr>
        <p:spPr>
          <a:xfrm>
            <a:off x="-1527255" y="0"/>
            <a:ext cx="12296204" cy="6858000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4" name="Téglalap: lekerekített 43">
            <a:extLst>
              <a:ext uri="{FF2B5EF4-FFF2-40B4-BE49-F238E27FC236}">
                <a16:creationId xmlns:a16="http://schemas.microsoft.com/office/drawing/2014/main" id="{CBF533D2-8F50-30A8-31DA-D9A830CD2333}"/>
              </a:ext>
            </a:extLst>
          </p:cNvPr>
          <p:cNvSpPr/>
          <p:nvPr/>
        </p:nvSpPr>
        <p:spPr>
          <a:xfrm>
            <a:off x="10541811" y="3420238"/>
            <a:ext cx="603250" cy="814916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7" name="Téglalap: lekerekített 46">
            <a:extLst>
              <a:ext uri="{FF2B5EF4-FFF2-40B4-BE49-F238E27FC236}">
                <a16:creationId xmlns:a16="http://schemas.microsoft.com/office/drawing/2014/main" id="{6C8A3184-B815-F67E-22F1-3B2362862DD3}"/>
              </a:ext>
            </a:extLst>
          </p:cNvPr>
          <p:cNvSpPr/>
          <p:nvPr/>
        </p:nvSpPr>
        <p:spPr>
          <a:xfrm>
            <a:off x="-1751947" y="0"/>
            <a:ext cx="12296204" cy="6858000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9" name="Téglalap: lekerekített 48">
            <a:extLst>
              <a:ext uri="{FF2B5EF4-FFF2-40B4-BE49-F238E27FC236}">
                <a16:creationId xmlns:a16="http://schemas.microsoft.com/office/drawing/2014/main" id="{473AC65C-EC8D-21E9-B21F-3813F08E433C}"/>
              </a:ext>
            </a:extLst>
          </p:cNvPr>
          <p:cNvSpPr/>
          <p:nvPr/>
        </p:nvSpPr>
        <p:spPr>
          <a:xfrm>
            <a:off x="10355949" y="3959276"/>
            <a:ext cx="583712" cy="814916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1" name="Téglalap: lekerekített 50">
            <a:extLst>
              <a:ext uri="{FF2B5EF4-FFF2-40B4-BE49-F238E27FC236}">
                <a16:creationId xmlns:a16="http://schemas.microsoft.com/office/drawing/2014/main" id="{A2B5811C-A463-BCB5-6855-FF5E7F8E7017}"/>
              </a:ext>
            </a:extLst>
          </p:cNvPr>
          <p:cNvSpPr/>
          <p:nvPr/>
        </p:nvSpPr>
        <p:spPr>
          <a:xfrm>
            <a:off x="10059615" y="4526437"/>
            <a:ext cx="603250" cy="814916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7" name="Téglalap: lekerekített 56">
            <a:extLst>
              <a:ext uri="{FF2B5EF4-FFF2-40B4-BE49-F238E27FC236}">
                <a16:creationId xmlns:a16="http://schemas.microsoft.com/office/drawing/2014/main" id="{76BEC1D6-D715-9F92-8E46-0A1A9F099843}"/>
              </a:ext>
            </a:extLst>
          </p:cNvPr>
          <p:cNvSpPr/>
          <p:nvPr/>
        </p:nvSpPr>
        <p:spPr>
          <a:xfrm>
            <a:off x="-2058864" y="-1"/>
            <a:ext cx="12393896" cy="6858000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3" name="Téglalap: lekerekített 52">
            <a:extLst>
              <a:ext uri="{FF2B5EF4-FFF2-40B4-BE49-F238E27FC236}">
                <a16:creationId xmlns:a16="http://schemas.microsoft.com/office/drawing/2014/main" id="{14F98140-FE9B-23A0-742A-55072C7078D9}"/>
              </a:ext>
            </a:extLst>
          </p:cNvPr>
          <p:cNvSpPr/>
          <p:nvPr/>
        </p:nvSpPr>
        <p:spPr>
          <a:xfrm>
            <a:off x="-2355197" y="-2"/>
            <a:ext cx="12501358" cy="6858000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5" name="Téglalap: lekerekített 54">
            <a:extLst>
              <a:ext uri="{FF2B5EF4-FFF2-40B4-BE49-F238E27FC236}">
                <a16:creationId xmlns:a16="http://schemas.microsoft.com/office/drawing/2014/main" id="{E6DC67E8-E0FE-E4D9-2644-B43BB17801F1}"/>
              </a:ext>
            </a:extLst>
          </p:cNvPr>
          <p:cNvSpPr/>
          <p:nvPr/>
        </p:nvSpPr>
        <p:spPr>
          <a:xfrm>
            <a:off x="9843434" y="5078872"/>
            <a:ext cx="603250" cy="814916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Téglalap: lekerekített 42">
            <a:extLst>
              <a:ext uri="{FF2B5EF4-FFF2-40B4-BE49-F238E27FC236}">
                <a16:creationId xmlns:a16="http://schemas.microsoft.com/office/drawing/2014/main" id="{C3443FB4-2BCD-EC26-8FED-2B79BA8DE005}"/>
              </a:ext>
            </a:extLst>
          </p:cNvPr>
          <p:cNvSpPr/>
          <p:nvPr/>
        </p:nvSpPr>
        <p:spPr>
          <a:xfrm>
            <a:off x="-2662113" y="-3"/>
            <a:ext cx="4275666" cy="6858000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5" name="Téglalap: lekerekített 44">
            <a:extLst>
              <a:ext uri="{FF2B5EF4-FFF2-40B4-BE49-F238E27FC236}">
                <a16:creationId xmlns:a16="http://schemas.microsoft.com/office/drawing/2014/main" id="{E0AAA327-3034-06C0-D6D0-3C13936B1217}"/>
              </a:ext>
            </a:extLst>
          </p:cNvPr>
          <p:cNvSpPr/>
          <p:nvPr/>
        </p:nvSpPr>
        <p:spPr>
          <a:xfrm>
            <a:off x="1428746" y="5343764"/>
            <a:ext cx="603250" cy="814916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4" name="Kép 3" descr="A képen szöveg, képernyőkép, szám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38B69706-85F2-2E01-8CDF-3457CDF15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160" y="1831567"/>
            <a:ext cx="7961923" cy="3344662"/>
          </a:xfrm>
          <a:prstGeom prst="rect">
            <a:avLst/>
          </a:prstGeom>
          <a:ln w="57150">
            <a:solidFill>
              <a:srgbClr val="E7D7C1"/>
            </a:solidFill>
          </a:ln>
        </p:spPr>
      </p:pic>
      <p:sp>
        <p:nvSpPr>
          <p:cNvPr id="6" name="Cím 1">
            <a:extLst>
              <a:ext uri="{FF2B5EF4-FFF2-40B4-BE49-F238E27FC236}">
                <a16:creationId xmlns:a16="http://schemas.microsoft.com/office/drawing/2014/main" id="{BBD4B361-F6FE-AFBD-9246-CCF34F29B375}"/>
              </a:ext>
            </a:extLst>
          </p:cNvPr>
          <p:cNvSpPr txBox="1">
            <a:spLocks/>
          </p:cNvSpPr>
          <p:nvPr/>
        </p:nvSpPr>
        <p:spPr>
          <a:xfrm>
            <a:off x="2778056" y="397118"/>
            <a:ext cx="5786068" cy="131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6600" err="1">
                <a:solidFill>
                  <a:srgbClr val="E7D7C1"/>
                </a:solidFill>
                <a:latin typeface="HGGothicE"/>
                <a:ea typeface="HGGothicE"/>
              </a:rPr>
              <a:t>Tables</a:t>
            </a:r>
          </a:p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181775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5DF67D-FF04-18E8-28FE-7453D6C3A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50B450DD-FB9D-EF87-59F1-F59FAE66521F}"/>
              </a:ext>
            </a:extLst>
          </p:cNvPr>
          <p:cNvSpPr/>
          <p:nvPr/>
        </p:nvSpPr>
        <p:spPr>
          <a:xfrm>
            <a:off x="11538791" y="485204"/>
            <a:ext cx="603250" cy="814916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27BDB393-5583-6E12-63BA-53BBA73E9E87}"/>
              </a:ext>
            </a:extLst>
          </p:cNvPr>
          <p:cNvSpPr/>
          <p:nvPr/>
        </p:nvSpPr>
        <p:spPr>
          <a:xfrm>
            <a:off x="-267891" y="1"/>
            <a:ext cx="12276666" cy="6858000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Téglalap: lekerekített 10">
            <a:extLst>
              <a:ext uri="{FF2B5EF4-FFF2-40B4-BE49-F238E27FC236}">
                <a16:creationId xmlns:a16="http://schemas.microsoft.com/office/drawing/2014/main" id="{E6F1EC6C-28EA-579A-F44B-DAA188F5302A}"/>
              </a:ext>
            </a:extLst>
          </p:cNvPr>
          <p:cNvSpPr/>
          <p:nvPr/>
        </p:nvSpPr>
        <p:spPr>
          <a:xfrm>
            <a:off x="11402145" y="1027767"/>
            <a:ext cx="603250" cy="814916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: lekerekített 12">
            <a:extLst>
              <a:ext uri="{FF2B5EF4-FFF2-40B4-BE49-F238E27FC236}">
                <a16:creationId xmlns:a16="http://schemas.microsoft.com/office/drawing/2014/main" id="{C334A761-2F9D-128E-0BE0-F642BDC58A51}"/>
              </a:ext>
            </a:extLst>
          </p:cNvPr>
          <p:cNvSpPr/>
          <p:nvPr/>
        </p:nvSpPr>
        <p:spPr>
          <a:xfrm>
            <a:off x="-106380" y="-9647"/>
            <a:ext cx="11959166" cy="6858000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93278B78-CF44-2020-88BD-AA3B093CE588}"/>
              </a:ext>
            </a:extLst>
          </p:cNvPr>
          <p:cNvSpPr/>
          <p:nvPr/>
        </p:nvSpPr>
        <p:spPr>
          <a:xfrm>
            <a:off x="-647902" y="-9646"/>
            <a:ext cx="12276665" cy="6858000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: lekerekített 19">
            <a:extLst>
              <a:ext uri="{FF2B5EF4-FFF2-40B4-BE49-F238E27FC236}">
                <a16:creationId xmlns:a16="http://schemas.microsoft.com/office/drawing/2014/main" id="{2772FAEE-3C4D-6F4E-46ED-894B161A5CC8}"/>
              </a:ext>
            </a:extLst>
          </p:cNvPr>
          <p:cNvSpPr/>
          <p:nvPr/>
        </p:nvSpPr>
        <p:spPr>
          <a:xfrm>
            <a:off x="11236666" y="1585107"/>
            <a:ext cx="603250" cy="814916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Téglalap: lekerekített 23">
            <a:extLst>
              <a:ext uri="{FF2B5EF4-FFF2-40B4-BE49-F238E27FC236}">
                <a16:creationId xmlns:a16="http://schemas.microsoft.com/office/drawing/2014/main" id="{EED0C77B-D0F1-9F9C-A155-EF87F07CE36B}"/>
              </a:ext>
            </a:extLst>
          </p:cNvPr>
          <p:cNvSpPr/>
          <p:nvPr/>
        </p:nvSpPr>
        <p:spPr>
          <a:xfrm>
            <a:off x="-941102" y="0"/>
            <a:ext cx="12276666" cy="6858000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Téglalap: lekerekített 27">
            <a:extLst>
              <a:ext uri="{FF2B5EF4-FFF2-40B4-BE49-F238E27FC236}">
                <a16:creationId xmlns:a16="http://schemas.microsoft.com/office/drawing/2014/main" id="{6F1107B9-1774-A1DD-3A39-565A05ADEAC4}"/>
              </a:ext>
            </a:extLst>
          </p:cNvPr>
          <p:cNvSpPr/>
          <p:nvPr/>
        </p:nvSpPr>
        <p:spPr>
          <a:xfrm>
            <a:off x="11041404" y="2288492"/>
            <a:ext cx="603250" cy="814916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" name="Téglalap: lekerekített 31">
            <a:extLst>
              <a:ext uri="{FF2B5EF4-FFF2-40B4-BE49-F238E27FC236}">
                <a16:creationId xmlns:a16="http://schemas.microsoft.com/office/drawing/2014/main" id="{2609D7B4-418E-C0A2-6E58-742A0215EC92}"/>
              </a:ext>
            </a:extLst>
          </p:cNvPr>
          <p:cNvSpPr/>
          <p:nvPr/>
        </p:nvSpPr>
        <p:spPr>
          <a:xfrm>
            <a:off x="-1243948" y="0"/>
            <a:ext cx="12276666" cy="6858000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6" name="Téglalap: lekerekített 35">
            <a:extLst>
              <a:ext uri="{FF2B5EF4-FFF2-40B4-BE49-F238E27FC236}">
                <a16:creationId xmlns:a16="http://schemas.microsoft.com/office/drawing/2014/main" id="{E4E18F76-068E-510F-576E-DA88691451C7}"/>
              </a:ext>
            </a:extLst>
          </p:cNvPr>
          <p:cNvSpPr/>
          <p:nvPr/>
        </p:nvSpPr>
        <p:spPr>
          <a:xfrm>
            <a:off x="10742391" y="2838289"/>
            <a:ext cx="603250" cy="814916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Téglalap: lekerekített 39">
            <a:extLst>
              <a:ext uri="{FF2B5EF4-FFF2-40B4-BE49-F238E27FC236}">
                <a16:creationId xmlns:a16="http://schemas.microsoft.com/office/drawing/2014/main" id="{E9E8E717-8FF5-78BD-26A7-1A99356CF59D}"/>
              </a:ext>
            </a:extLst>
          </p:cNvPr>
          <p:cNvSpPr/>
          <p:nvPr/>
        </p:nvSpPr>
        <p:spPr>
          <a:xfrm>
            <a:off x="-1527255" y="0"/>
            <a:ext cx="12296204" cy="6858000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4" name="Téglalap: lekerekített 43">
            <a:extLst>
              <a:ext uri="{FF2B5EF4-FFF2-40B4-BE49-F238E27FC236}">
                <a16:creationId xmlns:a16="http://schemas.microsoft.com/office/drawing/2014/main" id="{2C1A32EB-8A0D-FF9F-1F8F-5BF5C2A72522}"/>
              </a:ext>
            </a:extLst>
          </p:cNvPr>
          <p:cNvSpPr/>
          <p:nvPr/>
        </p:nvSpPr>
        <p:spPr>
          <a:xfrm>
            <a:off x="10541811" y="3420238"/>
            <a:ext cx="603250" cy="814916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7" name="Téglalap: lekerekített 46">
            <a:extLst>
              <a:ext uri="{FF2B5EF4-FFF2-40B4-BE49-F238E27FC236}">
                <a16:creationId xmlns:a16="http://schemas.microsoft.com/office/drawing/2014/main" id="{4CADCA8E-6DE3-DF2B-FF91-CC75BDF6B9D9}"/>
              </a:ext>
            </a:extLst>
          </p:cNvPr>
          <p:cNvSpPr/>
          <p:nvPr/>
        </p:nvSpPr>
        <p:spPr>
          <a:xfrm>
            <a:off x="-1751947" y="0"/>
            <a:ext cx="12296204" cy="6858000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9" name="Téglalap: lekerekített 48">
            <a:extLst>
              <a:ext uri="{FF2B5EF4-FFF2-40B4-BE49-F238E27FC236}">
                <a16:creationId xmlns:a16="http://schemas.microsoft.com/office/drawing/2014/main" id="{0D74CE8D-A6B2-BD17-4A85-C19F7B6A40E0}"/>
              </a:ext>
            </a:extLst>
          </p:cNvPr>
          <p:cNvSpPr/>
          <p:nvPr/>
        </p:nvSpPr>
        <p:spPr>
          <a:xfrm>
            <a:off x="10355949" y="3959276"/>
            <a:ext cx="583712" cy="814916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1" name="Téglalap: lekerekített 50">
            <a:extLst>
              <a:ext uri="{FF2B5EF4-FFF2-40B4-BE49-F238E27FC236}">
                <a16:creationId xmlns:a16="http://schemas.microsoft.com/office/drawing/2014/main" id="{5AE2DA7F-6C42-5E09-EDC6-0A4312C25EB3}"/>
              </a:ext>
            </a:extLst>
          </p:cNvPr>
          <p:cNvSpPr/>
          <p:nvPr/>
        </p:nvSpPr>
        <p:spPr>
          <a:xfrm>
            <a:off x="10059615" y="4526437"/>
            <a:ext cx="603250" cy="814916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7" name="Téglalap: lekerekített 56">
            <a:extLst>
              <a:ext uri="{FF2B5EF4-FFF2-40B4-BE49-F238E27FC236}">
                <a16:creationId xmlns:a16="http://schemas.microsoft.com/office/drawing/2014/main" id="{CF22BBE3-7C01-F8F2-A219-9B6357EC7B85}"/>
              </a:ext>
            </a:extLst>
          </p:cNvPr>
          <p:cNvSpPr/>
          <p:nvPr/>
        </p:nvSpPr>
        <p:spPr>
          <a:xfrm>
            <a:off x="-2058864" y="-1"/>
            <a:ext cx="12393896" cy="6858000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3" name="Téglalap: lekerekített 52">
            <a:extLst>
              <a:ext uri="{FF2B5EF4-FFF2-40B4-BE49-F238E27FC236}">
                <a16:creationId xmlns:a16="http://schemas.microsoft.com/office/drawing/2014/main" id="{6CF03770-3663-0F22-CC61-498D65988622}"/>
              </a:ext>
            </a:extLst>
          </p:cNvPr>
          <p:cNvSpPr/>
          <p:nvPr/>
        </p:nvSpPr>
        <p:spPr>
          <a:xfrm>
            <a:off x="-2355197" y="-2"/>
            <a:ext cx="12501358" cy="6858000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5" name="Téglalap: lekerekített 54">
            <a:extLst>
              <a:ext uri="{FF2B5EF4-FFF2-40B4-BE49-F238E27FC236}">
                <a16:creationId xmlns:a16="http://schemas.microsoft.com/office/drawing/2014/main" id="{A345B649-47DC-2253-4612-03135B7356A6}"/>
              </a:ext>
            </a:extLst>
          </p:cNvPr>
          <p:cNvSpPr/>
          <p:nvPr/>
        </p:nvSpPr>
        <p:spPr>
          <a:xfrm>
            <a:off x="9843434" y="5078872"/>
            <a:ext cx="603250" cy="814916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Téglalap: lekerekített 42">
            <a:extLst>
              <a:ext uri="{FF2B5EF4-FFF2-40B4-BE49-F238E27FC236}">
                <a16:creationId xmlns:a16="http://schemas.microsoft.com/office/drawing/2014/main" id="{8E67B1BB-1024-4E84-C062-346626A17A8F}"/>
              </a:ext>
            </a:extLst>
          </p:cNvPr>
          <p:cNvSpPr/>
          <p:nvPr/>
        </p:nvSpPr>
        <p:spPr>
          <a:xfrm>
            <a:off x="-2662113" y="-3"/>
            <a:ext cx="4275666" cy="6858000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245069FA-CB14-9B04-D342-906897CEA853}"/>
              </a:ext>
            </a:extLst>
          </p:cNvPr>
          <p:cNvSpPr/>
          <p:nvPr/>
        </p:nvSpPr>
        <p:spPr>
          <a:xfrm>
            <a:off x="1728341" y="1593199"/>
            <a:ext cx="7953780" cy="4806462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5" name="Téglalap: lekerekített 44">
            <a:extLst>
              <a:ext uri="{FF2B5EF4-FFF2-40B4-BE49-F238E27FC236}">
                <a16:creationId xmlns:a16="http://schemas.microsoft.com/office/drawing/2014/main" id="{A772A471-442B-4899-F178-4CA4F13F76E4}"/>
              </a:ext>
            </a:extLst>
          </p:cNvPr>
          <p:cNvSpPr/>
          <p:nvPr/>
        </p:nvSpPr>
        <p:spPr>
          <a:xfrm>
            <a:off x="1428746" y="5343764"/>
            <a:ext cx="603250" cy="814916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Cím 1">
            <a:extLst>
              <a:ext uri="{FF2B5EF4-FFF2-40B4-BE49-F238E27FC236}">
                <a16:creationId xmlns:a16="http://schemas.microsoft.com/office/drawing/2014/main" id="{38EF1EC3-9C21-F50A-693C-B418113B90DD}"/>
              </a:ext>
            </a:extLst>
          </p:cNvPr>
          <p:cNvSpPr txBox="1">
            <a:spLocks/>
          </p:cNvSpPr>
          <p:nvPr/>
        </p:nvSpPr>
        <p:spPr>
          <a:xfrm>
            <a:off x="1732748" y="269304"/>
            <a:ext cx="7857144" cy="131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6600" err="1">
                <a:solidFill>
                  <a:srgbClr val="E7D7C1"/>
                </a:solidFill>
                <a:latin typeface="HGGothicE"/>
                <a:ea typeface="HGGothicE"/>
              </a:rPr>
              <a:t>Stored</a:t>
            </a:r>
            <a:r>
              <a:rPr lang="hu-HU" sz="6600">
                <a:solidFill>
                  <a:srgbClr val="E7D7C1"/>
                </a:solidFill>
                <a:latin typeface="HGGothicE"/>
                <a:ea typeface="HGGothicE"/>
              </a:rPr>
              <a:t> </a:t>
            </a:r>
            <a:r>
              <a:rPr lang="hu-HU" sz="6600" err="1">
                <a:solidFill>
                  <a:srgbClr val="E7D7C1"/>
                </a:solidFill>
                <a:latin typeface="HGGothicE"/>
                <a:ea typeface="HGGothicE"/>
              </a:rPr>
              <a:t>procedures</a:t>
            </a:r>
          </a:p>
          <a:p>
            <a:pPr algn="ctr"/>
            <a:endParaRPr lang="hu-HU"/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9F925668-6E7D-170E-7AAF-7B2827C97E2B}"/>
              </a:ext>
            </a:extLst>
          </p:cNvPr>
          <p:cNvSpPr/>
          <p:nvPr/>
        </p:nvSpPr>
        <p:spPr>
          <a:xfrm>
            <a:off x="2254250" y="2031999"/>
            <a:ext cx="6815666" cy="730250"/>
          </a:xfrm>
          <a:prstGeom prst="roundRect">
            <a:avLst/>
          </a:prstGeom>
          <a:solidFill>
            <a:srgbClr val="735751"/>
          </a:solidFill>
          <a:ln>
            <a:solidFill>
              <a:srgbClr val="7357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err="1">
                <a:solidFill>
                  <a:srgbClr val="E7D7C1"/>
                </a:solidFill>
                <a:latin typeface="HGGothicE"/>
                <a:ea typeface="HGGothicE"/>
              </a:rPr>
              <a:t>Create</a:t>
            </a:r>
            <a:r>
              <a:rPr lang="hu-HU" sz="3200" dirty="0">
                <a:solidFill>
                  <a:srgbClr val="E7D7C1"/>
                </a:solidFill>
                <a:latin typeface="HGGothicE"/>
                <a:ea typeface="HGGothicE"/>
              </a:rPr>
              <a:t> </a:t>
            </a:r>
            <a:r>
              <a:rPr lang="hu-HU" sz="3200" err="1">
                <a:solidFill>
                  <a:srgbClr val="E7D7C1"/>
                </a:solidFill>
                <a:latin typeface="HGGothicE"/>
                <a:ea typeface="HGGothicE"/>
              </a:rPr>
              <a:t>order</a:t>
            </a:r>
            <a:endParaRPr lang="hu-HU" sz="3200">
              <a:solidFill>
                <a:srgbClr val="E7D7C1"/>
              </a:solidFill>
              <a:latin typeface="HGGothicE"/>
              <a:ea typeface="HGGothicE"/>
            </a:endParaRPr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A45C4677-6778-D405-210F-7E0E44F18BB6}"/>
              </a:ext>
            </a:extLst>
          </p:cNvPr>
          <p:cNvSpPr/>
          <p:nvPr/>
        </p:nvSpPr>
        <p:spPr>
          <a:xfrm>
            <a:off x="2254249" y="3100914"/>
            <a:ext cx="6815666" cy="730250"/>
          </a:xfrm>
          <a:prstGeom prst="roundRect">
            <a:avLst/>
          </a:prstGeom>
          <a:solidFill>
            <a:srgbClr val="735751"/>
          </a:solidFill>
          <a:ln>
            <a:solidFill>
              <a:srgbClr val="7357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hu-HU" sz="3200" err="1">
                <a:solidFill>
                  <a:srgbClr val="E7D7C1"/>
                </a:solidFill>
                <a:latin typeface="HGGothicE"/>
                <a:ea typeface="HGGothicE"/>
              </a:rPr>
              <a:t>Reserve</a:t>
            </a:r>
            <a:r>
              <a:rPr lang="hu-HU" sz="3200" dirty="0">
                <a:solidFill>
                  <a:srgbClr val="E7D7C1"/>
                </a:solidFill>
                <a:latin typeface="HGGothicE"/>
                <a:ea typeface="HGGothicE"/>
              </a:rPr>
              <a:t> </a:t>
            </a:r>
            <a:r>
              <a:rPr lang="hu-HU" sz="3200" err="1">
                <a:solidFill>
                  <a:srgbClr val="E7D7C1"/>
                </a:solidFill>
                <a:latin typeface="HGGothicE"/>
                <a:ea typeface="HGGothicE"/>
              </a:rPr>
              <a:t>tickets</a:t>
            </a:r>
            <a:endParaRPr lang="hu-HU" sz="3200">
              <a:solidFill>
                <a:srgbClr val="E7D7C1"/>
              </a:solidFill>
              <a:latin typeface="HGGothicE"/>
              <a:ea typeface="HGGothicE"/>
            </a:endParaRPr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3F0547E3-2385-93D3-5BEF-B1FD174B7163}"/>
              </a:ext>
            </a:extLst>
          </p:cNvPr>
          <p:cNvSpPr/>
          <p:nvPr/>
        </p:nvSpPr>
        <p:spPr>
          <a:xfrm>
            <a:off x="2254248" y="4159247"/>
            <a:ext cx="6815666" cy="730250"/>
          </a:xfrm>
          <a:prstGeom prst="roundRect">
            <a:avLst/>
          </a:prstGeom>
          <a:solidFill>
            <a:srgbClr val="735751"/>
          </a:solidFill>
          <a:ln>
            <a:solidFill>
              <a:srgbClr val="7357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hu-HU" sz="3200" err="1">
                <a:solidFill>
                  <a:srgbClr val="E7D7C1"/>
                </a:solidFill>
                <a:latin typeface="HGGothicE"/>
                <a:ea typeface="HGGothicE"/>
              </a:rPr>
              <a:t>Cancel</a:t>
            </a:r>
            <a:r>
              <a:rPr lang="hu-HU" sz="3200" dirty="0">
                <a:solidFill>
                  <a:srgbClr val="E7D7C1"/>
                </a:solidFill>
                <a:latin typeface="HGGothicE"/>
                <a:ea typeface="HGGothicE"/>
              </a:rPr>
              <a:t> </a:t>
            </a:r>
            <a:r>
              <a:rPr lang="hu-HU" sz="3200" err="1">
                <a:solidFill>
                  <a:srgbClr val="E7D7C1"/>
                </a:solidFill>
                <a:latin typeface="HGGothicE"/>
                <a:ea typeface="HGGothicE"/>
              </a:rPr>
              <a:t>reservation</a:t>
            </a:r>
            <a:endParaRPr lang="hu-HU" sz="3200" dirty="0">
              <a:solidFill>
                <a:srgbClr val="E7D7C1"/>
              </a:solidFill>
              <a:latin typeface="HGGothicE"/>
              <a:ea typeface="HGGothicE"/>
            </a:endParaRPr>
          </a:p>
        </p:txBody>
      </p:sp>
      <p:sp>
        <p:nvSpPr>
          <p:cNvPr id="12" name="Téglalap: lekerekített 11">
            <a:extLst>
              <a:ext uri="{FF2B5EF4-FFF2-40B4-BE49-F238E27FC236}">
                <a16:creationId xmlns:a16="http://schemas.microsoft.com/office/drawing/2014/main" id="{7908D5B7-B7BE-DE9D-CF7D-963818C2B2C4}"/>
              </a:ext>
            </a:extLst>
          </p:cNvPr>
          <p:cNvSpPr/>
          <p:nvPr/>
        </p:nvSpPr>
        <p:spPr>
          <a:xfrm>
            <a:off x="2254247" y="5238746"/>
            <a:ext cx="6815666" cy="730250"/>
          </a:xfrm>
          <a:prstGeom prst="roundRect">
            <a:avLst/>
          </a:prstGeom>
          <a:solidFill>
            <a:srgbClr val="735751"/>
          </a:solidFill>
          <a:ln>
            <a:solidFill>
              <a:srgbClr val="7357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hu-HU" sz="3200" err="1">
                <a:solidFill>
                  <a:srgbClr val="E7D7C1"/>
                </a:solidFill>
                <a:latin typeface="HGGothicE"/>
                <a:ea typeface="HGGothicE"/>
              </a:rPr>
              <a:t>Calculate</a:t>
            </a:r>
            <a:r>
              <a:rPr lang="hu-HU" sz="3200" dirty="0">
                <a:solidFill>
                  <a:srgbClr val="E7D7C1"/>
                </a:solidFill>
                <a:latin typeface="HGGothicE"/>
                <a:ea typeface="HGGothicE"/>
              </a:rPr>
              <a:t> </a:t>
            </a:r>
            <a:r>
              <a:rPr lang="hu-HU" sz="3200" err="1">
                <a:solidFill>
                  <a:srgbClr val="E7D7C1"/>
                </a:solidFill>
                <a:latin typeface="HGGothicE"/>
                <a:ea typeface="HGGothicE"/>
              </a:rPr>
              <a:t>revenue</a:t>
            </a:r>
            <a:endParaRPr lang="hu-HU" sz="3200">
              <a:solidFill>
                <a:srgbClr val="FFFFFF"/>
              </a:solidFill>
              <a:latin typeface="HGGothicE"/>
              <a:ea typeface="HGGothicE"/>
            </a:endParaRPr>
          </a:p>
        </p:txBody>
      </p:sp>
    </p:spTree>
    <p:extLst>
      <p:ext uri="{BB962C8B-B14F-4D97-AF65-F5344CB8AC3E}">
        <p14:creationId xmlns:p14="http://schemas.microsoft.com/office/powerpoint/2010/main" val="15964743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61402C-8458-B287-926C-E81DF4A27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ECF46B45-561E-DBDE-C958-C1D6DC6E7CD1}"/>
              </a:ext>
            </a:extLst>
          </p:cNvPr>
          <p:cNvSpPr/>
          <p:nvPr/>
        </p:nvSpPr>
        <p:spPr>
          <a:xfrm>
            <a:off x="11538791" y="485204"/>
            <a:ext cx="603250" cy="814916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C7404DC1-BFC3-4D1C-D78B-EC8A673B1C11}"/>
              </a:ext>
            </a:extLst>
          </p:cNvPr>
          <p:cNvSpPr/>
          <p:nvPr/>
        </p:nvSpPr>
        <p:spPr>
          <a:xfrm>
            <a:off x="-267891" y="1"/>
            <a:ext cx="12276666" cy="6858000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Téglalap: lekerekített 10">
            <a:extLst>
              <a:ext uri="{FF2B5EF4-FFF2-40B4-BE49-F238E27FC236}">
                <a16:creationId xmlns:a16="http://schemas.microsoft.com/office/drawing/2014/main" id="{E7CC0CB7-7AA8-49BF-6C6B-40DF69519E09}"/>
              </a:ext>
            </a:extLst>
          </p:cNvPr>
          <p:cNvSpPr/>
          <p:nvPr/>
        </p:nvSpPr>
        <p:spPr>
          <a:xfrm>
            <a:off x="11402145" y="1027767"/>
            <a:ext cx="603250" cy="814916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: lekerekített 12">
            <a:extLst>
              <a:ext uri="{FF2B5EF4-FFF2-40B4-BE49-F238E27FC236}">
                <a16:creationId xmlns:a16="http://schemas.microsoft.com/office/drawing/2014/main" id="{46A30F9B-F2CF-7CB6-D8B9-2321D9D0A573}"/>
              </a:ext>
            </a:extLst>
          </p:cNvPr>
          <p:cNvSpPr/>
          <p:nvPr/>
        </p:nvSpPr>
        <p:spPr>
          <a:xfrm>
            <a:off x="-106380" y="-9647"/>
            <a:ext cx="11959166" cy="6858000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3E9CC450-7E2C-B4E3-A5F2-050E86ED69B4}"/>
              </a:ext>
            </a:extLst>
          </p:cNvPr>
          <p:cNvSpPr/>
          <p:nvPr/>
        </p:nvSpPr>
        <p:spPr>
          <a:xfrm>
            <a:off x="-647902" y="-9646"/>
            <a:ext cx="12276665" cy="6858000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: lekerekített 19">
            <a:extLst>
              <a:ext uri="{FF2B5EF4-FFF2-40B4-BE49-F238E27FC236}">
                <a16:creationId xmlns:a16="http://schemas.microsoft.com/office/drawing/2014/main" id="{D25343DD-603C-61D0-C272-E69BD4CEAFE3}"/>
              </a:ext>
            </a:extLst>
          </p:cNvPr>
          <p:cNvSpPr/>
          <p:nvPr/>
        </p:nvSpPr>
        <p:spPr>
          <a:xfrm>
            <a:off x="11236666" y="1585107"/>
            <a:ext cx="603250" cy="814916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Téglalap: lekerekített 23">
            <a:extLst>
              <a:ext uri="{FF2B5EF4-FFF2-40B4-BE49-F238E27FC236}">
                <a16:creationId xmlns:a16="http://schemas.microsoft.com/office/drawing/2014/main" id="{129E82A3-7E28-C65B-0CA2-1F4D82D2486B}"/>
              </a:ext>
            </a:extLst>
          </p:cNvPr>
          <p:cNvSpPr/>
          <p:nvPr/>
        </p:nvSpPr>
        <p:spPr>
          <a:xfrm>
            <a:off x="-941102" y="0"/>
            <a:ext cx="12276666" cy="6858000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Téglalap: lekerekített 27">
            <a:extLst>
              <a:ext uri="{FF2B5EF4-FFF2-40B4-BE49-F238E27FC236}">
                <a16:creationId xmlns:a16="http://schemas.microsoft.com/office/drawing/2014/main" id="{3D9914F4-71AD-F0EE-8A15-081C3AD9B462}"/>
              </a:ext>
            </a:extLst>
          </p:cNvPr>
          <p:cNvSpPr/>
          <p:nvPr/>
        </p:nvSpPr>
        <p:spPr>
          <a:xfrm>
            <a:off x="11041404" y="2288492"/>
            <a:ext cx="603250" cy="814916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" name="Téglalap: lekerekített 31">
            <a:extLst>
              <a:ext uri="{FF2B5EF4-FFF2-40B4-BE49-F238E27FC236}">
                <a16:creationId xmlns:a16="http://schemas.microsoft.com/office/drawing/2014/main" id="{D3A596EA-7CD2-C3F2-0C8C-AFB15F463ACB}"/>
              </a:ext>
            </a:extLst>
          </p:cNvPr>
          <p:cNvSpPr/>
          <p:nvPr/>
        </p:nvSpPr>
        <p:spPr>
          <a:xfrm>
            <a:off x="-1243948" y="0"/>
            <a:ext cx="12276666" cy="6858000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6" name="Téglalap: lekerekített 35">
            <a:extLst>
              <a:ext uri="{FF2B5EF4-FFF2-40B4-BE49-F238E27FC236}">
                <a16:creationId xmlns:a16="http://schemas.microsoft.com/office/drawing/2014/main" id="{D90DDB5E-F6F0-B052-301E-AC89CD2222AF}"/>
              </a:ext>
            </a:extLst>
          </p:cNvPr>
          <p:cNvSpPr/>
          <p:nvPr/>
        </p:nvSpPr>
        <p:spPr>
          <a:xfrm>
            <a:off x="10742391" y="2838289"/>
            <a:ext cx="603250" cy="814916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Téglalap: lekerekített 39">
            <a:extLst>
              <a:ext uri="{FF2B5EF4-FFF2-40B4-BE49-F238E27FC236}">
                <a16:creationId xmlns:a16="http://schemas.microsoft.com/office/drawing/2014/main" id="{579E5466-B08D-11A9-7F7D-1D05A008208E}"/>
              </a:ext>
            </a:extLst>
          </p:cNvPr>
          <p:cNvSpPr/>
          <p:nvPr/>
        </p:nvSpPr>
        <p:spPr>
          <a:xfrm>
            <a:off x="-1527255" y="0"/>
            <a:ext cx="12296204" cy="6858000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4" name="Téglalap: lekerekített 43">
            <a:extLst>
              <a:ext uri="{FF2B5EF4-FFF2-40B4-BE49-F238E27FC236}">
                <a16:creationId xmlns:a16="http://schemas.microsoft.com/office/drawing/2014/main" id="{BFC58CCD-7CB4-1A3C-A5EF-4262443BD73A}"/>
              </a:ext>
            </a:extLst>
          </p:cNvPr>
          <p:cNvSpPr/>
          <p:nvPr/>
        </p:nvSpPr>
        <p:spPr>
          <a:xfrm>
            <a:off x="10541811" y="3420238"/>
            <a:ext cx="603250" cy="814916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7" name="Téglalap: lekerekített 46">
            <a:extLst>
              <a:ext uri="{FF2B5EF4-FFF2-40B4-BE49-F238E27FC236}">
                <a16:creationId xmlns:a16="http://schemas.microsoft.com/office/drawing/2014/main" id="{5D83DBCC-3D18-4E8A-9EDA-968475FB2214}"/>
              </a:ext>
            </a:extLst>
          </p:cNvPr>
          <p:cNvSpPr/>
          <p:nvPr/>
        </p:nvSpPr>
        <p:spPr>
          <a:xfrm>
            <a:off x="-1751947" y="0"/>
            <a:ext cx="12296204" cy="6858000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9" name="Téglalap: lekerekített 48">
            <a:extLst>
              <a:ext uri="{FF2B5EF4-FFF2-40B4-BE49-F238E27FC236}">
                <a16:creationId xmlns:a16="http://schemas.microsoft.com/office/drawing/2014/main" id="{EE4817EC-824F-765E-13E6-0494DA797CA7}"/>
              </a:ext>
            </a:extLst>
          </p:cNvPr>
          <p:cNvSpPr/>
          <p:nvPr/>
        </p:nvSpPr>
        <p:spPr>
          <a:xfrm>
            <a:off x="10355949" y="3959276"/>
            <a:ext cx="583712" cy="814916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1" name="Téglalap: lekerekített 50">
            <a:extLst>
              <a:ext uri="{FF2B5EF4-FFF2-40B4-BE49-F238E27FC236}">
                <a16:creationId xmlns:a16="http://schemas.microsoft.com/office/drawing/2014/main" id="{E8F67A98-3A52-7EA1-B4BE-4F14FB9835F1}"/>
              </a:ext>
            </a:extLst>
          </p:cNvPr>
          <p:cNvSpPr/>
          <p:nvPr/>
        </p:nvSpPr>
        <p:spPr>
          <a:xfrm>
            <a:off x="10059615" y="4526437"/>
            <a:ext cx="603250" cy="814916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7" name="Téglalap: lekerekített 56">
            <a:extLst>
              <a:ext uri="{FF2B5EF4-FFF2-40B4-BE49-F238E27FC236}">
                <a16:creationId xmlns:a16="http://schemas.microsoft.com/office/drawing/2014/main" id="{ED860733-2FF5-E946-51C9-CD1E1512D00C}"/>
              </a:ext>
            </a:extLst>
          </p:cNvPr>
          <p:cNvSpPr/>
          <p:nvPr/>
        </p:nvSpPr>
        <p:spPr>
          <a:xfrm>
            <a:off x="-2058864" y="-1"/>
            <a:ext cx="12393896" cy="6858000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3" name="Téglalap: lekerekített 52">
            <a:extLst>
              <a:ext uri="{FF2B5EF4-FFF2-40B4-BE49-F238E27FC236}">
                <a16:creationId xmlns:a16="http://schemas.microsoft.com/office/drawing/2014/main" id="{EC24CBDE-6A0F-AB92-81F2-732A282AB44F}"/>
              </a:ext>
            </a:extLst>
          </p:cNvPr>
          <p:cNvSpPr/>
          <p:nvPr/>
        </p:nvSpPr>
        <p:spPr>
          <a:xfrm>
            <a:off x="-2355197" y="-2"/>
            <a:ext cx="12501358" cy="6858000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5" name="Téglalap: lekerekített 54">
            <a:extLst>
              <a:ext uri="{FF2B5EF4-FFF2-40B4-BE49-F238E27FC236}">
                <a16:creationId xmlns:a16="http://schemas.microsoft.com/office/drawing/2014/main" id="{21D4EAC3-1897-6E6D-2065-D1EBCD689AE9}"/>
              </a:ext>
            </a:extLst>
          </p:cNvPr>
          <p:cNvSpPr/>
          <p:nvPr/>
        </p:nvSpPr>
        <p:spPr>
          <a:xfrm>
            <a:off x="9843434" y="5078872"/>
            <a:ext cx="603250" cy="814916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Téglalap: lekerekített 42">
            <a:extLst>
              <a:ext uri="{FF2B5EF4-FFF2-40B4-BE49-F238E27FC236}">
                <a16:creationId xmlns:a16="http://schemas.microsoft.com/office/drawing/2014/main" id="{36F2DBCA-9566-E836-23C4-D20CF61FE057}"/>
              </a:ext>
            </a:extLst>
          </p:cNvPr>
          <p:cNvSpPr/>
          <p:nvPr/>
        </p:nvSpPr>
        <p:spPr>
          <a:xfrm>
            <a:off x="-2662113" y="-3"/>
            <a:ext cx="4275666" cy="6858000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5" name="Téglalap: lekerekített 44">
            <a:extLst>
              <a:ext uri="{FF2B5EF4-FFF2-40B4-BE49-F238E27FC236}">
                <a16:creationId xmlns:a16="http://schemas.microsoft.com/office/drawing/2014/main" id="{416BBB4E-E657-394A-D583-47E26F97121B}"/>
              </a:ext>
            </a:extLst>
          </p:cNvPr>
          <p:cNvSpPr/>
          <p:nvPr/>
        </p:nvSpPr>
        <p:spPr>
          <a:xfrm>
            <a:off x="1428746" y="5343764"/>
            <a:ext cx="603250" cy="814916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Cím 1">
            <a:extLst>
              <a:ext uri="{FF2B5EF4-FFF2-40B4-BE49-F238E27FC236}">
                <a16:creationId xmlns:a16="http://schemas.microsoft.com/office/drawing/2014/main" id="{155A0F89-2949-BC66-01C6-CDA7B345EA4C}"/>
              </a:ext>
            </a:extLst>
          </p:cNvPr>
          <p:cNvSpPr txBox="1">
            <a:spLocks/>
          </p:cNvSpPr>
          <p:nvPr/>
        </p:nvSpPr>
        <p:spPr>
          <a:xfrm>
            <a:off x="1732748" y="269304"/>
            <a:ext cx="7857144" cy="131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6600" err="1">
                <a:solidFill>
                  <a:srgbClr val="E7D7C1"/>
                </a:solidFill>
                <a:latin typeface="HGGothicE"/>
                <a:ea typeface="HGGothicE"/>
              </a:rPr>
              <a:t>Stored</a:t>
            </a:r>
            <a:r>
              <a:rPr lang="hu-HU" sz="6600">
                <a:solidFill>
                  <a:srgbClr val="E7D7C1"/>
                </a:solidFill>
                <a:latin typeface="HGGothicE"/>
                <a:ea typeface="HGGothicE"/>
              </a:rPr>
              <a:t> </a:t>
            </a:r>
            <a:r>
              <a:rPr lang="hu-HU" sz="6600" err="1">
                <a:solidFill>
                  <a:srgbClr val="E7D7C1"/>
                </a:solidFill>
                <a:latin typeface="HGGothicE"/>
                <a:ea typeface="HGGothicE"/>
              </a:rPr>
              <a:t>procedures</a:t>
            </a:r>
          </a:p>
          <a:p>
            <a:pPr algn="ctr"/>
            <a:endParaRPr lang="hu-HU"/>
          </a:p>
        </p:txBody>
      </p:sp>
      <p:pic>
        <p:nvPicPr>
          <p:cNvPr id="2" name="Kép 1" descr="A képen szöveg, képernyőkép, szám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66FD2980-EB6C-8FED-DB27-D3980ECCC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039" y="1394558"/>
            <a:ext cx="6717065" cy="5138616"/>
          </a:xfrm>
          <a:prstGeom prst="rect">
            <a:avLst/>
          </a:prstGeom>
          <a:ln w="57150">
            <a:solidFill>
              <a:srgbClr val="E7D7C1"/>
            </a:solidFill>
          </a:ln>
        </p:spPr>
      </p:pic>
    </p:spTree>
    <p:extLst>
      <p:ext uri="{BB962C8B-B14F-4D97-AF65-F5344CB8AC3E}">
        <p14:creationId xmlns:p14="http://schemas.microsoft.com/office/powerpoint/2010/main" val="11487997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9BB901-05E0-A9A8-96E4-B0E13FE28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519731C3-F088-4E01-723E-18E8E74DF631}"/>
              </a:ext>
            </a:extLst>
          </p:cNvPr>
          <p:cNvSpPr/>
          <p:nvPr/>
        </p:nvSpPr>
        <p:spPr>
          <a:xfrm>
            <a:off x="11538791" y="485204"/>
            <a:ext cx="603250" cy="814916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3B5E59B4-7442-3CAC-0440-23010DD7A42A}"/>
              </a:ext>
            </a:extLst>
          </p:cNvPr>
          <p:cNvSpPr/>
          <p:nvPr/>
        </p:nvSpPr>
        <p:spPr>
          <a:xfrm>
            <a:off x="-267891" y="1"/>
            <a:ext cx="12276666" cy="6858000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Téglalap: lekerekített 10">
            <a:extLst>
              <a:ext uri="{FF2B5EF4-FFF2-40B4-BE49-F238E27FC236}">
                <a16:creationId xmlns:a16="http://schemas.microsoft.com/office/drawing/2014/main" id="{04716C23-98B3-A483-44D7-9B057901D159}"/>
              </a:ext>
            </a:extLst>
          </p:cNvPr>
          <p:cNvSpPr/>
          <p:nvPr/>
        </p:nvSpPr>
        <p:spPr>
          <a:xfrm>
            <a:off x="11402145" y="1027767"/>
            <a:ext cx="603250" cy="814916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: lekerekített 12">
            <a:extLst>
              <a:ext uri="{FF2B5EF4-FFF2-40B4-BE49-F238E27FC236}">
                <a16:creationId xmlns:a16="http://schemas.microsoft.com/office/drawing/2014/main" id="{8D584B5C-3D79-52E8-743F-CF5299AD9E24}"/>
              </a:ext>
            </a:extLst>
          </p:cNvPr>
          <p:cNvSpPr/>
          <p:nvPr/>
        </p:nvSpPr>
        <p:spPr>
          <a:xfrm>
            <a:off x="-106380" y="-9647"/>
            <a:ext cx="11959166" cy="6858000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E6F6FE43-0569-D48E-4F2E-AA45D1F0C287}"/>
              </a:ext>
            </a:extLst>
          </p:cNvPr>
          <p:cNvSpPr/>
          <p:nvPr/>
        </p:nvSpPr>
        <p:spPr>
          <a:xfrm>
            <a:off x="-647902" y="-9646"/>
            <a:ext cx="12276665" cy="6858000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: lekerekített 19">
            <a:extLst>
              <a:ext uri="{FF2B5EF4-FFF2-40B4-BE49-F238E27FC236}">
                <a16:creationId xmlns:a16="http://schemas.microsoft.com/office/drawing/2014/main" id="{13D4579F-2E32-0D89-2293-82433C86D8FF}"/>
              </a:ext>
            </a:extLst>
          </p:cNvPr>
          <p:cNvSpPr/>
          <p:nvPr/>
        </p:nvSpPr>
        <p:spPr>
          <a:xfrm>
            <a:off x="11236666" y="1585107"/>
            <a:ext cx="603250" cy="814916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Téglalap: lekerekített 23">
            <a:extLst>
              <a:ext uri="{FF2B5EF4-FFF2-40B4-BE49-F238E27FC236}">
                <a16:creationId xmlns:a16="http://schemas.microsoft.com/office/drawing/2014/main" id="{2FD84D27-72B0-1B51-F348-4FFBBD4DED4C}"/>
              </a:ext>
            </a:extLst>
          </p:cNvPr>
          <p:cNvSpPr/>
          <p:nvPr/>
        </p:nvSpPr>
        <p:spPr>
          <a:xfrm>
            <a:off x="-941102" y="0"/>
            <a:ext cx="12276666" cy="6858000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Téglalap: lekerekített 27">
            <a:extLst>
              <a:ext uri="{FF2B5EF4-FFF2-40B4-BE49-F238E27FC236}">
                <a16:creationId xmlns:a16="http://schemas.microsoft.com/office/drawing/2014/main" id="{994FB821-C7D4-37A2-04EB-67FDD3F69098}"/>
              </a:ext>
            </a:extLst>
          </p:cNvPr>
          <p:cNvSpPr/>
          <p:nvPr/>
        </p:nvSpPr>
        <p:spPr>
          <a:xfrm>
            <a:off x="11041404" y="2288492"/>
            <a:ext cx="603250" cy="814916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" name="Téglalap: lekerekített 31">
            <a:extLst>
              <a:ext uri="{FF2B5EF4-FFF2-40B4-BE49-F238E27FC236}">
                <a16:creationId xmlns:a16="http://schemas.microsoft.com/office/drawing/2014/main" id="{0DE01B36-70DE-E869-028F-3E1611CC2307}"/>
              </a:ext>
            </a:extLst>
          </p:cNvPr>
          <p:cNvSpPr/>
          <p:nvPr/>
        </p:nvSpPr>
        <p:spPr>
          <a:xfrm>
            <a:off x="-1243948" y="0"/>
            <a:ext cx="12276666" cy="6858000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6" name="Téglalap: lekerekített 35">
            <a:extLst>
              <a:ext uri="{FF2B5EF4-FFF2-40B4-BE49-F238E27FC236}">
                <a16:creationId xmlns:a16="http://schemas.microsoft.com/office/drawing/2014/main" id="{72C61C90-0637-5119-79D6-D083D29EE71D}"/>
              </a:ext>
            </a:extLst>
          </p:cNvPr>
          <p:cNvSpPr/>
          <p:nvPr/>
        </p:nvSpPr>
        <p:spPr>
          <a:xfrm>
            <a:off x="10742391" y="2838289"/>
            <a:ext cx="603250" cy="814916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Téglalap: lekerekített 39">
            <a:extLst>
              <a:ext uri="{FF2B5EF4-FFF2-40B4-BE49-F238E27FC236}">
                <a16:creationId xmlns:a16="http://schemas.microsoft.com/office/drawing/2014/main" id="{A727FE51-9D35-C774-9C03-58D8BAF98FBB}"/>
              </a:ext>
            </a:extLst>
          </p:cNvPr>
          <p:cNvSpPr/>
          <p:nvPr/>
        </p:nvSpPr>
        <p:spPr>
          <a:xfrm>
            <a:off x="-1527255" y="0"/>
            <a:ext cx="12296204" cy="6858000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4" name="Téglalap: lekerekített 43">
            <a:extLst>
              <a:ext uri="{FF2B5EF4-FFF2-40B4-BE49-F238E27FC236}">
                <a16:creationId xmlns:a16="http://schemas.microsoft.com/office/drawing/2014/main" id="{66451BA1-5E4D-98A2-0FF7-3B98FD231AC6}"/>
              </a:ext>
            </a:extLst>
          </p:cNvPr>
          <p:cNvSpPr/>
          <p:nvPr/>
        </p:nvSpPr>
        <p:spPr>
          <a:xfrm>
            <a:off x="10541811" y="3420238"/>
            <a:ext cx="603250" cy="814916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7" name="Téglalap: lekerekített 46">
            <a:extLst>
              <a:ext uri="{FF2B5EF4-FFF2-40B4-BE49-F238E27FC236}">
                <a16:creationId xmlns:a16="http://schemas.microsoft.com/office/drawing/2014/main" id="{73AC094F-775A-D438-84A1-70E8103B1394}"/>
              </a:ext>
            </a:extLst>
          </p:cNvPr>
          <p:cNvSpPr/>
          <p:nvPr/>
        </p:nvSpPr>
        <p:spPr>
          <a:xfrm>
            <a:off x="-1751947" y="0"/>
            <a:ext cx="12296204" cy="6858000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9" name="Téglalap: lekerekített 48">
            <a:extLst>
              <a:ext uri="{FF2B5EF4-FFF2-40B4-BE49-F238E27FC236}">
                <a16:creationId xmlns:a16="http://schemas.microsoft.com/office/drawing/2014/main" id="{9813E809-34CF-1881-F429-1C34A03E01B3}"/>
              </a:ext>
            </a:extLst>
          </p:cNvPr>
          <p:cNvSpPr/>
          <p:nvPr/>
        </p:nvSpPr>
        <p:spPr>
          <a:xfrm>
            <a:off x="10355949" y="3959276"/>
            <a:ext cx="583712" cy="814916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1" name="Téglalap: lekerekített 50">
            <a:extLst>
              <a:ext uri="{FF2B5EF4-FFF2-40B4-BE49-F238E27FC236}">
                <a16:creationId xmlns:a16="http://schemas.microsoft.com/office/drawing/2014/main" id="{D367244D-F8A9-D03B-D78B-8F878047EFE1}"/>
              </a:ext>
            </a:extLst>
          </p:cNvPr>
          <p:cNvSpPr/>
          <p:nvPr/>
        </p:nvSpPr>
        <p:spPr>
          <a:xfrm>
            <a:off x="10059615" y="4526437"/>
            <a:ext cx="603250" cy="814916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7" name="Téglalap: lekerekített 56">
            <a:extLst>
              <a:ext uri="{FF2B5EF4-FFF2-40B4-BE49-F238E27FC236}">
                <a16:creationId xmlns:a16="http://schemas.microsoft.com/office/drawing/2014/main" id="{E95F6257-CF6A-66F6-42A0-CADBF075D461}"/>
              </a:ext>
            </a:extLst>
          </p:cNvPr>
          <p:cNvSpPr/>
          <p:nvPr/>
        </p:nvSpPr>
        <p:spPr>
          <a:xfrm>
            <a:off x="-2058864" y="-1"/>
            <a:ext cx="12393896" cy="6858000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3" name="Téglalap: lekerekített 52">
            <a:extLst>
              <a:ext uri="{FF2B5EF4-FFF2-40B4-BE49-F238E27FC236}">
                <a16:creationId xmlns:a16="http://schemas.microsoft.com/office/drawing/2014/main" id="{5AAE2B2C-51C9-10DB-FD23-E98393CFCB72}"/>
              </a:ext>
            </a:extLst>
          </p:cNvPr>
          <p:cNvSpPr/>
          <p:nvPr/>
        </p:nvSpPr>
        <p:spPr>
          <a:xfrm>
            <a:off x="-2355197" y="-2"/>
            <a:ext cx="12501358" cy="6858000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5" name="Téglalap: lekerekített 54">
            <a:extLst>
              <a:ext uri="{FF2B5EF4-FFF2-40B4-BE49-F238E27FC236}">
                <a16:creationId xmlns:a16="http://schemas.microsoft.com/office/drawing/2014/main" id="{185F87B6-5C11-43E6-5A2B-E992FCC99D78}"/>
              </a:ext>
            </a:extLst>
          </p:cNvPr>
          <p:cNvSpPr/>
          <p:nvPr/>
        </p:nvSpPr>
        <p:spPr>
          <a:xfrm>
            <a:off x="9843434" y="5078872"/>
            <a:ext cx="603250" cy="814916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Téglalap: lekerekített 42">
            <a:extLst>
              <a:ext uri="{FF2B5EF4-FFF2-40B4-BE49-F238E27FC236}">
                <a16:creationId xmlns:a16="http://schemas.microsoft.com/office/drawing/2014/main" id="{11A93B2D-DB62-1E6D-701F-584D7ED25034}"/>
              </a:ext>
            </a:extLst>
          </p:cNvPr>
          <p:cNvSpPr/>
          <p:nvPr/>
        </p:nvSpPr>
        <p:spPr>
          <a:xfrm>
            <a:off x="-2662113" y="-3"/>
            <a:ext cx="4275666" cy="6858000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Téglalap: lekerekített 2">
            <a:extLst>
              <a:ext uri="{FF2B5EF4-FFF2-40B4-BE49-F238E27FC236}">
                <a16:creationId xmlns:a16="http://schemas.microsoft.com/office/drawing/2014/main" id="{C9A92245-CF30-E5A6-DEEA-1479CD99A42C}"/>
              </a:ext>
            </a:extLst>
          </p:cNvPr>
          <p:cNvSpPr/>
          <p:nvPr/>
        </p:nvSpPr>
        <p:spPr>
          <a:xfrm>
            <a:off x="1813008" y="1995366"/>
            <a:ext cx="7953780" cy="4806462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Téglalap 16">
            <a:extLst>
              <a:ext uri="{FF2B5EF4-FFF2-40B4-BE49-F238E27FC236}">
                <a16:creationId xmlns:a16="http://schemas.microsoft.com/office/drawing/2014/main" id="{178118F7-D4FA-B287-76F6-01487DCC210A}"/>
              </a:ext>
            </a:extLst>
          </p:cNvPr>
          <p:cNvSpPr/>
          <p:nvPr/>
        </p:nvSpPr>
        <p:spPr>
          <a:xfrm>
            <a:off x="1735667" y="4529665"/>
            <a:ext cx="5704415" cy="740834"/>
          </a:xfrm>
          <a:prstGeom prst="roundRect">
            <a:avLst/>
          </a:prstGeom>
          <a:solidFill>
            <a:srgbClr val="735751"/>
          </a:solidFill>
          <a:ln>
            <a:solidFill>
              <a:srgbClr val="7357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hu-HU" sz="2800" err="1">
                <a:solidFill>
                  <a:srgbClr val="E7D7C1"/>
                </a:solidFill>
                <a:latin typeface="HGGothicE"/>
                <a:ea typeface="HGGothicE"/>
              </a:rPr>
              <a:t>Prevent</a:t>
            </a:r>
            <a:r>
              <a:rPr lang="hu-HU" sz="2800" dirty="0">
                <a:solidFill>
                  <a:srgbClr val="E7D7C1"/>
                </a:solidFill>
                <a:latin typeface="HGGothicE"/>
                <a:ea typeface="HGGothicE"/>
              </a:rPr>
              <a:t> </a:t>
            </a:r>
            <a:r>
              <a:rPr lang="hu-HU" sz="2800" err="1">
                <a:solidFill>
                  <a:srgbClr val="E7D7C1"/>
                </a:solidFill>
                <a:latin typeface="HGGothicE"/>
                <a:ea typeface="HGGothicE"/>
              </a:rPr>
              <a:t>partial</a:t>
            </a:r>
            <a:r>
              <a:rPr lang="hu-HU" sz="2800" dirty="0">
                <a:solidFill>
                  <a:srgbClr val="E7D7C1"/>
                </a:solidFill>
                <a:latin typeface="HGGothicE"/>
                <a:ea typeface="HGGothicE"/>
              </a:rPr>
              <a:t> </a:t>
            </a:r>
            <a:r>
              <a:rPr lang="hu-HU" sz="2800" err="1">
                <a:solidFill>
                  <a:srgbClr val="E7D7C1"/>
                </a:solidFill>
                <a:latin typeface="HGGothicE"/>
                <a:ea typeface="HGGothicE"/>
              </a:rPr>
              <a:t>data</a:t>
            </a:r>
            <a:endParaRPr lang="hu-HU" sz="2800">
              <a:solidFill>
                <a:srgbClr val="E7D7C1"/>
              </a:solidFill>
              <a:latin typeface="HGGothicE"/>
              <a:ea typeface="HGGothicE"/>
            </a:endParaRPr>
          </a:p>
        </p:txBody>
      </p:sp>
      <p:sp>
        <p:nvSpPr>
          <p:cNvPr id="45" name="Téglalap: lekerekített 44">
            <a:extLst>
              <a:ext uri="{FF2B5EF4-FFF2-40B4-BE49-F238E27FC236}">
                <a16:creationId xmlns:a16="http://schemas.microsoft.com/office/drawing/2014/main" id="{4C466E14-3E2B-A232-7837-05DA34ADBDFE}"/>
              </a:ext>
            </a:extLst>
          </p:cNvPr>
          <p:cNvSpPr/>
          <p:nvPr/>
        </p:nvSpPr>
        <p:spPr>
          <a:xfrm>
            <a:off x="1428746" y="5343764"/>
            <a:ext cx="603250" cy="814916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Cím 1">
            <a:extLst>
              <a:ext uri="{FF2B5EF4-FFF2-40B4-BE49-F238E27FC236}">
                <a16:creationId xmlns:a16="http://schemas.microsoft.com/office/drawing/2014/main" id="{2543E27E-2215-B9B8-8D0E-D4C4BD1BF999}"/>
              </a:ext>
            </a:extLst>
          </p:cNvPr>
          <p:cNvSpPr txBox="1">
            <a:spLocks/>
          </p:cNvSpPr>
          <p:nvPr/>
        </p:nvSpPr>
        <p:spPr>
          <a:xfrm>
            <a:off x="1732748" y="110554"/>
            <a:ext cx="7857144" cy="131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6000" err="1">
                <a:solidFill>
                  <a:srgbClr val="E7D7C1"/>
                </a:solidFill>
                <a:latin typeface="HGGothicE"/>
                <a:ea typeface="HGGothicE"/>
              </a:rPr>
              <a:t>Transactions</a:t>
            </a:r>
            <a:r>
              <a:rPr lang="hu-HU" sz="6000" dirty="0">
                <a:solidFill>
                  <a:srgbClr val="E7D7C1"/>
                </a:solidFill>
                <a:latin typeface="HGGothicE"/>
                <a:ea typeface="HGGothicE"/>
              </a:rPr>
              <a:t> &amp; </a:t>
            </a:r>
            <a:r>
              <a:rPr lang="hu-HU" sz="6000" err="1">
                <a:solidFill>
                  <a:srgbClr val="E7D7C1"/>
                </a:solidFill>
                <a:latin typeface="HGGothicE"/>
                <a:ea typeface="HGGothicE"/>
              </a:rPr>
              <a:t>Safety</a:t>
            </a:r>
            <a:endParaRPr lang="hu-HU" sz="6000">
              <a:solidFill>
                <a:srgbClr val="E7D7C1"/>
              </a:solidFill>
              <a:latin typeface="HGGothicE"/>
              <a:ea typeface="HGGothicE"/>
            </a:endParaRPr>
          </a:p>
          <a:p>
            <a:pPr algn="ctr"/>
            <a:endParaRPr lang="hu-HU"/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E71AF339-4DA0-0387-1A95-694C90E2E97E}"/>
              </a:ext>
            </a:extLst>
          </p:cNvPr>
          <p:cNvSpPr/>
          <p:nvPr/>
        </p:nvSpPr>
        <p:spPr>
          <a:xfrm>
            <a:off x="1725084" y="2497666"/>
            <a:ext cx="5714999" cy="677334"/>
          </a:xfrm>
          <a:prstGeom prst="roundRect">
            <a:avLst/>
          </a:prstGeom>
          <a:solidFill>
            <a:srgbClr val="735751"/>
          </a:solidFill>
          <a:ln>
            <a:solidFill>
              <a:srgbClr val="7357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dirty="0">
                <a:solidFill>
                  <a:srgbClr val="E7D7C1"/>
                </a:solidFill>
                <a:latin typeface="HGGothicE"/>
                <a:ea typeface="HGGothicE"/>
              </a:rPr>
              <a:t>START TRANSACTION</a:t>
            </a:r>
          </a:p>
        </p:txBody>
      </p:sp>
      <p:sp>
        <p:nvSpPr>
          <p:cNvPr id="15" name="Téglalap 14">
            <a:extLst>
              <a:ext uri="{FF2B5EF4-FFF2-40B4-BE49-F238E27FC236}">
                <a16:creationId xmlns:a16="http://schemas.microsoft.com/office/drawing/2014/main" id="{F6003C46-0384-8912-6FCD-E2E941089E86}"/>
              </a:ext>
            </a:extLst>
          </p:cNvPr>
          <p:cNvSpPr/>
          <p:nvPr/>
        </p:nvSpPr>
        <p:spPr>
          <a:xfrm>
            <a:off x="4138083" y="3545416"/>
            <a:ext cx="5778499" cy="687917"/>
          </a:xfrm>
          <a:prstGeom prst="roundRect">
            <a:avLst/>
          </a:prstGeom>
          <a:solidFill>
            <a:srgbClr val="735751"/>
          </a:solidFill>
          <a:ln>
            <a:solidFill>
              <a:srgbClr val="7357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hu-HU" sz="2800" dirty="0">
                <a:solidFill>
                  <a:srgbClr val="E7D7C1"/>
                </a:solidFill>
                <a:latin typeface="HGGothicE"/>
                <a:ea typeface="HGGothicE"/>
              </a:rPr>
              <a:t>COMMIT</a:t>
            </a:r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EBFDFBA3-AA1A-1F51-EAAB-0B597F33B25A}"/>
              </a:ext>
            </a:extLst>
          </p:cNvPr>
          <p:cNvSpPr/>
          <p:nvPr/>
        </p:nvSpPr>
        <p:spPr>
          <a:xfrm>
            <a:off x="4138082" y="5672665"/>
            <a:ext cx="5778499" cy="687917"/>
          </a:xfrm>
          <a:prstGeom prst="roundRect">
            <a:avLst/>
          </a:prstGeom>
          <a:solidFill>
            <a:srgbClr val="735751"/>
          </a:solidFill>
          <a:ln>
            <a:solidFill>
              <a:srgbClr val="7357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hu-HU" sz="2800" dirty="0">
                <a:solidFill>
                  <a:srgbClr val="E7D7C1"/>
                </a:solidFill>
                <a:latin typeface="HGGothicE"/>
                <a:ea typeface="HGGothicE"/>
              </a:rPr>
              <a:t>Data </a:t>
            </a:r>
            <a:r>
              <a:rPr lang="hu-HU" sz="2800" err="1">
                <a:solidFill>
                  <a:srgbClr val="E7D7C1"/>
                </a:solidFill>
                <a:latin typeface="HGGothicE"/>
                <a:ea typeface="HGGothicE"/>
              </a:rPr>
              <a:t>consistency</a:t>
            </a:r>
            <a:endParaRPr lang="hu-HU" sz="2800">
              <a:solidFill>
                <a:srgbClr val="FFFFFF"/>
              </a:solidFill>
              <a:latin typeface="HGGothicE"/>
              <a:ea typeface="HGGothicE"/>
            </a:endParaRPr>
          </a:p>
        </p:txBody>
      </p:sp>
    </p:spTree>
    <p:extLst>
      <p:ext uri="{BB962C8B-B14F-4D97-AF65-F5344CB8AC3E}">
        <p14:creationId xmlns:p14="http://schemas.microsoft.com/office/powerpoint/2010/main" val="36071282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145B36-FD25-9820-6E43-91C0884EC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72523095-44E8-0309-E8F2-9486C17FC6E5}"/>
              </a:ext>
            </a:extLst>
          </p:cNvPr>
          <p:cNvSpPr/>
          <p:nvPr/>
        </p:nvSpPr>
        <p:spPr>
          <a:xfrm>
            <a:off x="11538791" y="485204"/>
            <a:ext cx="603250" cy="814916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Téglalap: lekerekített 10">
            <a:extLst>
              <a:ext uri="{FF2B5EF4-FFF2-40B4-BE49-F238E27FC236}">
                <a16:creationId xmlns:a16="http://schemas.microsoft.com/office/drawing/2014/main" id="{BAB15929-CF1D-DAF7-9EB4-24B87F4235E9}"/>
              </a:ext>
            </a:extLst>
          </p:cNvPr>
          <p:cNvSpPr/>
          <p:nvPr/>
        </p:nvSpPr>
        <p:spPr>
          <a:xfrm>
            <a:off x="-267891" y="1"/>
            <a:ext cx="12276666" cy="6858000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: lekerekített 12">
            <a:extLst>
              <a:ext uri="{FF2B5EF4-FFF2-40B4-BE49-F238E27FC236}">
                <a16:creationId xmlns:a16="http://schemas.microsoft.com/office/drawing/2014/main" id="{1D9072E4-7C5D-05DD-2E39-8643AA1F086E}"/>
              </a:ext>
            </a:extLst>
          </p:cNvPr>
          <p:cNvSpPr/>
          <p:nvPr/>
        </p:nvSpPr>
        <p:spPr>
          <a:xfrm>
            <a:off x="11402145" y="1027767"/>
            <a:ext cx="603250" cy="814916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2E8F5FE9-8677-B7F9-8A50-EA4855B096D3}"/>
              </a:ext>
            </a:extLst>
          </p:cNvPr>
          <p:cNvSpPr/>
          <p:nvPr/>
        </p:nvSpPr>
        <p:spPr>
          <a:xfrm>
            <a:off x="-106380" y="-9647"/>
            <a:ext cx="11959166" cy="6858000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: lekerekített 19">
            <a:extLst>
              <a:ext uri="{FF2B5EF4-FFF2-40B4-BE49-F238E27FC236}">
                <a16:creationId xmlns:a16="http://schemas.microsoft.com/office/drawing/2014/main" id="{603B2F17-D6B7-F6F1-387C-AAFBED4E9661}"/>
              </a:ext>
            </a:extLst>
          </p:cNvPr>
          <p:cNvSpPr/>
          <p:nvPr/>
        </p:nvSpPr>
        <p:spPr>
          <a:xfrm>
            <a:off x="-647902" y="-9646"/>
            <a:ext cx="12276665" cy="6858000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Téglalap: lekerekített 23">
            <a:extLst>
              <a:ext uri="{FF2B5EF4-FFF2-40B4-BE49-F238E27FC236}">
                <a16:creationId xmlns:a16="http://schemas.microsoft.com/office/drawing/2014/main" id="{C285BE2F-7510-75B5-B8B0-92320323EF0D}"/>
              </a:ext>
            </a:extLst>
          </p:cNvPr>
          <p:cNvSpPr/>
          <p:nvPr/>
        </p:nvSpPr>
        <p:spPr>
          <a:xfrm>
            <a:off x="11236666" y="1585107"/>
            <a:ext cx="603250" cy="814916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Téglalap: lekerekített 27">
            <a:extLst>
              <a:ext uri="{FF2B5EF4-FFF2-40B4-BE49-F238E27FC236}">
                <a16:creationId xmlns:a16="http://schemas.microsoft.com/office/drawing/2014/main" id="{4DDB7710-C2CF-9BEF-6140-3CFDF975FDC1}"/>
              </a:ext>
            </a:extLst>
          </p:cNvPr>
          <p:cNvSpPr/>
          <p:nvPr/>
        </p:nvSpPr>
        <p:spPr>
          <a:xfrm>
            <a:off x="-941102" y="0"/>
            <a:ext cx="12276666" cy="6858000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" name="Téglalap: lekerekített 31">
            <a:extLst>
              <a:ext uri="{FF2B5EF4-FFF2-40B4-BE49-F238E27FC236}">
                <a16:creationId xmlns:a16="http://schemas.microsoft.com/office/drawing/2014/main" id="{02D6D7F8-C641-2E19-99A7-A556C8CA7FF7}"/>
              </a:ext>
            </a:extLst>
          </p:cNvPr>
          <p:cNvSpPr/>
          <p:nvPr/>
        </p:nvSpPr>
        <p:spPr>
          <a:xfrm>
            <a:off x="11041404" y="2288492"/>
            <a:ext cx="603250" cy="814916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6" name="Téglalap: lekerekített 35">
            <a:extLst>
              <a:ext uri="{FF2B5EF4-FFF2-40B4-BE49-F238E27FC236}">
                <a16:creationId xmlns:a16="http://schemas.microsoft.com/office/drawing/2014/main" id="{FBA33E9E-7897-659F-2471-0FFBC145CEAF}"/>
              </a:ext>
            </a:extLst>
          </p:cNvPr>
          <p:cNvSpPr/>
          <p:nvPr/>
        </p:nvSpPr>
        <p:spPr>
          <a:xfrm>
            <a:off x="-1243948" y="0"/>
            <a:ext cx="12276666" cy="6858000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Téglalap: lekerekített 39">
            <a:extLst>
              <a:ext uri="{FF2B5EF4-FFF2-40B4-BE49-F238E27FC236}">
                <a16:creationId xmlns:a16="http://schemas.microsoft.com/office/drawing/2014/main" id="{F44DBD63-4748-9B3F-D3BC-350C65D02245}"/>
              </a:ext>
            </a:extLst>
          </p:cNvPr>
          <p:cNvSpPr/>
          <p:nvPr/>
        </p:nvSpPr>
        <p:spPr>
          <a:xfrm>
            <a:off x="10742391" y="2838289"/>
            <a:ext cx="603250" cy="814916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4" name="Téglalap: lekerekített 43">
            <a:extLst>
              <a:ext uri="{FF2B5EF4-FFF2-40B4-BE49-F238E27FC236}">
                <a16:creationId xmlns:a16="http://schemas.microsoft.com/office/drawing/2014/main" id="{FC0F0366-785B-348E-8B00-43734A93552A}"/>
              </a:ext>
            </a:extLst>
          </p:cNvPr>
          <p:cNvSpPr/>
          <p:nvPr/>
        </p:nvSpPr>
        <p:spPr>
          <a:xfrm>
            <a:off x="-1527255" y="0"/>
            <a:ext cx="12296204" cy="6858000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7" name="Téglalap: lekerekített 46">
            <a:extLst>
              <a:ext uri="{FF2B5EF4-FFF2-40B4-BE49-F238E27FC236}">
                <a16:creationId xmlns:a16="http://schemas.microsoft.com/office/drawing/2014/main" id="{AACE37C2-1AB2-1478-F0C6-8B66A3D04231}"/>
              </a:ext>
            </a:extLst>
          </p:cNvPr>
          <p:cNvSpPr/>
          <p:nvPr/>
        </p:nvSpPr>
        <p:spPr>
          <a:xfrm>
            <a:off x="10541811" y="3420238"/>
            <a:ext cx="603250" cy="814916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9" name="Téglalap: lekerekített 48">
            <a:extLst>
              <a:ext uri="{FF2B5EF4-FFF2-40B4-BE49-F238E27FC236}">
                <a16:creationId xmlns:a16="http://schemas.microsoft.com/office/drawing/2014/main" id="{6913429D-0F58-93C7-722A-34D6DAC32352}"/>
              </a:ext>
            </a:extLst>
          </p:cNvPr>
          <p:cNvSpPr/>
          <p:nvPr/>
        </p:nvSpPr>
        <p:spPr>
          <a:xfrm>
            <a:off x="-1751947" y="0"/>
            <a:ext cx="12296204" cy="6858000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1" name="Téglalap: lekerekített 50">
            <a:extLst>
              <a:ext uri="{FF2B5EF4-FFF2-40B4-BE49-F238E27FC236}">
                <a16:creationId xmlns:a16="http://schemas.microsoft.com/office/drawing/2014/main" id="{BABB3E49-7EF1-38C2-F266-58D7A539E817}"/>
              </a:ext>
            </a:extLst>
          </p:cNvPr>
          <p:cNvSpPr/>
          <p:nvPr/>
        </p:nvSpPr>
        <p:spPr>
          <a:xfrm>
            <a:off x="10355949" y="3959276"/>
            <a:ext cx="583712" cy="814916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3" name="Téglalap: lekerekített 52">
            <a:extLst>
              <a:ext uri="{FF2B5EF4-FFF2-40B4-BE49-F238E27FC236}">
                <a16:creationId xmlns:a16="http://schemas.microsoft.com/office/drawing/2014/main" id="{17447C43-F0AC-8FA1-DD43-B50C834124A2}"/>
              </a:ext>
            </a:extLst>
          </p:cNvPr>
          <p:cNvSpPr/>
          <p:nvPr/>
        </p:nvSpPr>
        <p:spPr>
          <a:xfrm>
            <a:off x="10059615" y="4526437"/>
            <a:ext cx="603250" cy="814916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9" name="Téglalap: lekerekített 58">
            <a:extLst>
              <a:ext uri="{FF2B5EF4-FFF2-40B4-BE49-F238E27FC236}">
                <a16:creationId xmlns:a16="http://schemas.microsoft.com/office/drawing/2014/main" id="{C2EE5D49-5CAC-F772-1FF2-AF02564F95EB}"/>
              </a:ext>
            </a:extLst>
          </p:cNvPr>
          <p:cNvSpPr/>
          <p:nvPr/>
        </p:nvSpPr>
        <p:spPr>
          <a:xfrm>
            <a:off x="-2058864" y="-1"/>
            <a:ext cx="12393896" cy="6858000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5" name="Téglalap: lekerekített 54">
            <a:extLst>
              <a:ext uri="{FF2B5EF4-FFF2-40B4-BE49-F238E27FC236}">
                <a16:creationId xmlns:a16="http://schemas.microsoft.com/office/drawing/2014/main" id="{B9CF849F-0413-BA39-6894-67665667C249}"/>
              </a:ext>
            </a:extLst>
          </p:cNvPr>
          <p:cNvSpPr/>
          <p:nvPr/>
        </p:nvSpPr>
        <p:spPr>
          <a:xfrm>
            <a:off x="-2355197" y="-2"/>
            <a:ext cx="12501358" cy="6858000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7" name="Téglalap: lekerekített 56">
            <a:extLst>
              <a:ext uri="{FF2B5EF4-FFF2-40B4-BE49-F238E27FC236}">
                <a16:creationId xmlns:a16="http://schemas.microsoft.com/office/drawing/2014/main" id="{5204534E-0CA4-C6E4-95D4-DFEEC7538FDB}"/>
              </a:ext>
            </a:extLst>
          </p:cNvPr>
          <p:cNvSpPr/>
          <p:nvPr/>
        </p:nvSpPr>
        <p:spPr>
          <a:xfrm>
            <a:off x="9843434" y="5078872"/>
            <a:ext cx="603250" cy="814916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Téglalap: lekerekített 42">
            <a:extLst>
              <a:ext uri="{FF2B5EF4-FFF2-40B4-BE49-F238E27FC236}">
                <a16:creationId xmlns:a16="http://schemas.microsoft.com/office/drawing/2014/main" id="{5CD977E7-6083-60C1-470F-84B1EC9D6998}"/>
              </a:ext>
            </a:extLst>
          </p:cNvPr>
          <p:cNvSpPr/>
          <p:nvPr/>
        </p:nvSpPr>
        <p:spPr>
          <a:xfrm>
            <a:off x="-2662113" y="-3"/>
            <a:ext cx="4275666" cy="6858000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5" name="Téglalap: lekerekített 44">
            <a:extLst>
              <a:ext uri="{FF2B5EF4-FFF2-40B4-BE49-F238E27FC236}">
                <a16:creationId xmlns:a16="http://schemas.microsoft.com/office/drawing/2014/main" id="{34FE7759-ADA0-8EE2-1C95-23389342DB1B}"/>
              </a:ext>
            </a:extLst>
          </p:cNvPr>
          <p:cNvSpPr/>
          <p:nvPr/>
        </p:nvSpPr>
        <p:spPr>
          <a:xfrm>
            <a:off x="1428746" y="5343764"/>
            <a:ext cx="603250" cy="814916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Cím 1">
            <a:extLst>
              <a:ext uri="{FF2B5EF4-FFF2-40B4-BE49-F238E27FC236}">
                <a16:creationId xmlns:a16="http://schemas.microsoft.com/office/drawing/2014/main" id="{EA664764-3282-B7B4-F4AF-382EF81A05B0}"/>
              </a:ext>
            </a:extLst>
          </p:cNvPr>
          <p:cNvSpPr txBox="1">
            <a:spLocks/>
          </p:cNvSpPr>
          <p:nvPr/>
        </p:nvSpPr>
        <p:spPr>
          <a:xfrm>
            <a:off x="1732748" y="279887"/>
            <a:ext cx="7857144" cy="131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6600" err="1">
                <a:solidFill>
                  <a:srgbClr val="E7D7C1"/>
                </a:solidFill>
                <a:latin typeface="HGGothicE"/>
                <a:ea typeface="HGGothicE"/>
              </a:rPr>
              <a:t>Tests</a:t>
            </a:r>
          </a:p>
          <a:p>
            <a:pPr algn="ctr"/>
            <a:endParaRPr lang="hu-HU"/>
          </a:p>
        </p:txBody>
      </p:sp>
      <p:pic>
        <p:nvPicPr>
          <p:cNvPr id="4" name="Kép 3" descr="A képen szöveg, képernyőkép, Betűtípus, sor látható&#10;&#10;Lehet, hogy az AI által létrehozott tartalom helytelen.">
            <a:extLst>
              <a:ext uri="{FF2B5EF4-FFF2-40B4-BE49-F238E27FC236}">
                <a16:creationId xmlns:a16="http://schemas.microsoft.com/office/drawing/2014/main" id="{2DB3BBA4-0BF2-FEA0-D961-BB28376BD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596" y="2097699"/>
            <a:ext cx="8298962" cy="630603"/>
          </a:xfrm>
          <a:prstGeom prst="rect">
            <a:avLst/>
          </a:prstGeom>
          <a:ln w="57150">
            <a:solidFill>
              <a:srgbClr val="E7D7C1"/>
            </a:solidFill>
          </a:ln>
        </p:spPr>
      </p:pic>
      <p:pic>
        <p:nvPicPr>
          <p:cNvPr id="5" name="Kép 4" descr="A képen szöveg, képernyőkép, Betűtípus, sor látható&#10;&#10;Lehet, hogy az AI által létrehozott tartalom helytelen.">
            <a:extLst>
              <a:ext uri="{FF2B5EF4-FFF2-40B4-BE49-F238E27FC236}">
                <a16:creationId xmlns:a16="http://schemas.microsoft.com/office/drawing/2014/main" id="{EB4CB92A-A406-F85A-16B0-9055A0FCA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899" y="3015640"/>
            <a:ext cx="6910510" cy="865799"/>
          </a:xfrm>
          <a:prstGeom prst="rect">
            <a:avLst/>
          </a:prstGeom>
          <a:ln w="57150">
            <a:solidFill>
              <a:srgbClr val="E7D7C1"/>
            </a:solidFill>
          </a:ln>
        </p:spPr>
      </p:pic>
      <p:pic>
        <p:nvPicPr>
          <p:cNvPr id="7" name="Kép 6" descr="A képen szöveg, képernyőkép, Betűtípus, sor látható&#10;&#10;Lehet, hogy az AI által létrehozott tartalom helytelen.">
            <a:extLst>
              <a:ext uri="{FF2B5EF4-FFF2-40B4-BE49-F238E27FC236}">
                <a16:creationId xmlns:a16="http://schemas.microsoft.com/office/drawing/2014/main" id="{AFBDB19F-349F-F6D7-8037-FA5132CEC1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5015" y="4251081"/>
            <a:ext cx="8121893" cy="837223"/>
          </a:xfrm>
          <a:prstGeom prst="rect">
            <a:avLst/>
          </a:prstGeom>
          <a:ln w="57150">
            <a:solidFill>
              <a:srgbClr val="E7D7C1"/>
            </a:solidFill>
          </a:ln>
        </p:spPr>
      </p:pic>
    </p:spTree>
    <p:extLst>
      <p:ext uri="{BB962C8B-B14F-4D97-AF65-F5344CB8AC3E}">
        <p14:creationId xmlns:p14="http://schemas.microsoft.com/office/powerpoint/2010/main" val="33967631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803FF1-953B-6AE6-AD62-AEF3AAD0A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E978C2A3-CECE-4EF7-E601-FC87F7E7B9F9}"/>
              </a:ext>
            </a:extLst>
          </p:cNvPr>
          <p:cNvSpPr/>
          <p:nvPr/>
        </p:nvSpPr>
        <p:spPr>
          <a:xfrm>
            <a:off x="11538791" y="485204"/>
            <a:ext cx="603250" cy="814916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D29F1E23-0D4A-79A3-0F6B-8833FF1E2A85}"/>
              </a:ext>
            </a:extLst>
          </p:cNvPr>
          <p:cNvSpPr/>
          <p:nvPr/>
        </p:nvSpPr>
        <p:spPr>
          <a:xfrm>
            <a:off x="-267891" y="1"/>
            <a:ext cx="12276666" cy="6858000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: lekerekített 11">
            <a:extLst>
              <a:ext uri="{FF2B5EF4-FFF2-40B4-BE49-F238E27FC236}">
                <a16:creationId xmlns:a16="http://schemas.microsoft.com/office/drawing/2014/main" id="{7D33EAA7-9000-63F1-F836-D9624C5CE987}"/>
              </a:ext>
            </a:extLst>
          </p:cNvPr>
          <p:cNvSpPr/>
          <p:nvPr/>
        </p:nvSpPr>
        <p:spPr>
          <a:xfrm>
            <a:off x="11402145" y="1027767"/>
            <a:ext cx="603250" cy="814916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68E73CE3-75C4-8B19-7167-7F465C7F55F9}"/>
              </a:ext>
            </a:extLst>
          </p:cNvPr>
          <p:cNvSpPr/>
          <p:nvPr/>
        </p:nvSpPr>
        <p:spPr>
          <a:xfrm>
            <a:off x="-106380" y="-9647"/>
            <a:ext cx="11959166" cy="6858000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AD6BE1C0-01CE-CE3F-DA93-732865994C2A}"/>
              </a:ext>
            </a:extLst>
          </p:cNvPr>
          <p:cNvSpPr/>
          <p:nvPr/>
        </p:nvSpPr>
        <p:spPr>
          <a:xfrm>
            <a:off x="-647902" y="-9646"/>
            <a:ext cx="12276665" cy="6858000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" name="Téglalap: lekerekített 21">
            <a:extLst>
              <a:ext uri="{FF2B5EF4-FFF2-40B4-BE49-F238E27FC236}">
                <a16:creationId xmlns:a16="http://schemas.microsoft.com/office/drawing/2014/main" id="{228176AC-68D4-4B14-BFA3-6702CE642413}"/>
              </a:ext>
            </a:extLst>
          </p:cNvPr>
          <p:cNvSpPr/>
          <p:nvPr/>
        </p:nvSpPr>
        <p:spPr>
          <a:xfrm>
            <a:off x="11236666" y="1585107"/>
            <a:ext cx="603250" cy="814916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" name="Téglalap: lekerekített 25">
            <a:extLst>
              <a:ext uri="{FF2B5EF4-FFF2-40B4-BE49-F238E27FC236}">
                <a16:creationId xmlns:a16="http://schemas.microsoft.com/office/drawing/2014/main" id="{FA6F9008-1745-B2A4-844F-3899CAB1D2F6}"/>
              </a:ext>
            </a:extLst>
          </p:cNvPr>
          <p:cNvSpPr/>
          <p:nvPr/>
        </p:nvSpPr>
        <p:spPr>
          <a:xfrm>
            <a:off x="-941102" y="0"/>
            <a:ext cx="12276666" cy="6858000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" name="Téglalap: lekerekített 29">
            <a:extLst>
              <a:ext uri="{FF2B5EF4-FFF2-40B4-BE49-F238E27FC236}">
                <a16:creationId xmlns:a16="http://schemas.microsoft.com/office/drawing/2014/main" id="{E642248C-F5AC-27BF-7C80-D353E98D68A6}"/>
              </a:ext>
            </a:extLst>
          </p:cNvPr>
          <p:cNvSpPr/>
          <p:nvPr/>
        </p:nvSpPr>
        <p:spPr>
          <a:xfrm>
            <a:off x="11041404" y="2288492"/>
            <a:ext cx="603250" cy="814916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4" name="Téglalap: lekerekített 33">
            <a:extLst>
              <a:ext uri="{FF2B5EF4-FFF2-40B4-BE49-F238E27FC236}">
                <a16:creationId xmlns:a16="http://schemas.microsoft.com/office/drawing/2014/main" id="{B1C2A169-0108-0A0C-B339-1876DB7C1E2A}"/>
              </a:ext>
            </a:extLst>
          </p:cNvPr>
          <p:cNvSpPr/>
          <p:nvPr/>
        </p:nvSpPr>
        <p:spPr>
          <a:xfrm>
            <a:off x="-1243948" y="0"/>
            <a:ext cx="12276666" cy="6858000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8" name="Téglalap: lekerekített 37">
            <a:extLst>
              <a:ext uri="{FF2B5EF4-FFF2-40B4-BE49-F238E27FC236}">
                <a16:creationId xmlns:a16="http://schemas.microsoft.com/office/drawing/2014/main" id="{01115297-7037-9FE8-4B55-B7AC018C7EC8}"/>
              </a:ext>
            </a:extLst>
          </p:cNvPr>
          <p:cNvSpPr/>
          <p:nvPr/>
        </p:nvSpPr>
        <p:spPr>
          <a:xfrm>
            <a:off x="10742391" y="2838289"/>
            <a:ext cx="603250" cy="814916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2" name="Téglalap: lekerekített 41">
            <a:extLst>
              <a:ext uri="{FF2B5EF4-FFF2-40B4-BE49-F238E27FC236}">
                <a16:creationId xmlns:a16="http://schemas.microsoft.com/office/drawing/2014/main" id="{5B4BBAF8-61E4-41E2-5638-535D9E18E4CD}"/>
              </a:ext>
            </a:extLst>
          </p:cNvPr>
          <p:cNvSpPr/>
          <p:nvPr/>
        </p:nvSpPr>
        <p:spPr>
          <a:xfrm>
            <a:off x="-1527255" y="0"/>
            <a:ext cx="12296204" cy="6858000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6" name="Téglalap: lekerekített 45">
            <a:extLst>
              <a:ext uri="{FF2B5EF4-FFF2-40B4-BE49-F238E27FC236}">
                <a16:creationId xmlns:a16="http://schemas.microsoft.com/office/drawing/2014/main" id="{B2252115-05C5-9EB8-2AA9-462DA7A630E6}"/>
              </a:ext>
            </a:extLst>
          </p:cNvPr>
          <p:cNvSpPr/>
          <p:nvPr/>
        </p:nvSpPr>
        <p:spPr>
          <a:xfrm>
            <a:off x="10541811" y="3420238"/>
            <a:ext cx="603250" cy="814916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8" name="Téglalap: lekerekített 47">
            <a:extLst>
              <a:ext uri="{FF2B5EF4-FFF2-40B4-BE49-F238E27FC236}">
                <a16:creationId xmlns:a16="http://schemas.microsoft.com/office/drawing/2014/main" id="{C5F5C55B-2F5F-C57C-80A8-C66A53812785}"/>
              </a:ext>
            </a:extLst>
          </p:cNvPr>
          <p:cNvSpPr/>
          <p:nvPr/>
        </p:nvSpPr>
        <p:spPr>
          <a:xfrm>
            <a:off x="-1751947" y="0"/>
            <a:ext cx="12296204" cy="6858000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0" name="Téglalap: lekerekített 49">
            <a:extLst>
              <a:ext uri="{FF2B5EF4-FFF2-40B4-BE49-F238E27FC236}">
                <a16:creationId xmlns:a16="http://schemas.microsoft.com/office/drawing/2014/main" id="{1D4432CE-E4C0-2D6C-0AFF-62D5F62FC1FE}"/>
              </a:ext>
            </a:extLst>
          </p:cNvPr>
          <p:cNvSpPr/>
          <p:nvPr/>
        </p:nvSpPr>
        <p:spPr>
          <a:xfrm>
            <a:off x="10355949" y="3959276"/>
            <a:ext cx="583712" cy="814916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2" name="Téglalap: lekerekített 51">
            <a:extLst>
              <a:ext uri="{FF2B5EF4-FFF2-40B4-BE49-F238E27FC236}">
                <a16:creationId xmlns:a16="http://schemas.microsoft.com/office/drawing/2014/main" id="{9E3F2F59-D6FD-9E97-D65B-CD0E1BB36719}"/>
              </a:ext>
            </a:extLst>
          </p:cNvPr>
          <p:cNvSpPr/>
          <p:nvPr/>
        </p:nvSpPr>
        <p:spPr>
          <a:xfrm>
            <a:off x="10059615" y="4526437"/>
            <a:ext cx="603250" cy="814916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8" name="Téglalap: lekerekített 57">
            <a:extLst>
              <a:ext uri="{FF2B5EF4-FFF2-40B4-BE49-F238E27FC236}">
                <a16:creationId xmlns:a16="http://schemas.microsoft.com/office/drawing/2014/main" id="{3A0FD025-E461-9DD8-A594-AFF8F1B18DE9}"/>
              </a:ext>
            </a:extLst>
          </p:cNvPr>
          <p:cNvSpPr/>
          <p:nvPr/>
        </p:nvSpPr>
        <p:spPr>
          <a:xfrm>
            <a:off x="-2058864" y="-1"/>
            <a:ext cx="12393896" cy="6858000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4" name="Téglalap: lekerekített 53">
            <a:extLst>
              <a:ext uri="{FF2B5EF4-FFF2-40B4-BE49-F238E27FC236}">
                <a16:creationId xmlns:a16="http://schemas.microsoft.com/office/drawing/2014/main" id="{0362D9B9-4078-664E-5AAE-9BF4FCE80914}"/>
              </a:ext>
            </a:extLst>
          </p:cNvPr>
          <p:cNvSpPr/>
          <p:nvPr/>
        </p:nvSpPr>
        <p:spPr>
          <a:xfrm>
            <a:off x="-2355197" y="-2"/>
            <a:ext cx="12501358" cy="6858000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6" name="Téglalap: lekerekített 55">
            <a:extLst>
              <a:ext uri="{FF2B5EF4-FFF2-40B4-BE49-F238E27FC236}">
                <a16:creationId xmlns:a16="http://schemas.microsoft.com/office/drawing/2014/main" id="{27C6C5B6-1856-C202-A490-F0F90771F0B7}"/>
              </a:ext>
            </a:extLst>
          </p:cNvPr>
          <p:cNvSpPr/>
          <p:nvPr/>
        </p:nvSpPr>
        <p:spPr>
          <a:xfrm>
            <a:off x="9843434" y="5078872"/>
            <a:ext cx="603250" cy="814916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Téglalap: lekerekített 42">
            <a:extLst>
              <a:ext uri="{FF2B5EF4-FFF2-40B4-BE49-F238E27FC236}">
                <a16:creationId xmlns:a16="http://schemas.microsoft.com/office/drawing/2014/main" id="{D0AC2066-781C-B8BA-C517-37C086968E4C}"/>
              </a:ext>
            </a:extLst>
          </p:cNvPr>
          <p:cNvSpPr/>
          <p:nvPr/>
        </p:nvSpPr>
        <p:spPr>
          <a:xfrm>
            <a:off x="-2662113" y="-3"/>
            <a:ext cx="4275666" cy="6858000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5" name="Téglalap: lekerekített 44">
            <a:extLst>
              <a:ext uri="{FF2B5EF4-FFF2-40B4-BE49-F238E27FC236}">
                <a16:creationId xmlns:a16="http://schemas.microsoft.com/office/drawing/2014/main" id="{043AFFF3-F7D5-3BD6-4FDF-DFC31FC3E76C}"/>
              </a:ext>
            </a:extLst>
          </p:cNvPr>
          <p:cNvSpPr/>
          <p:nvPr/>
        </p:nvSpPr>
        <p:spPr>
          <a:xfrm>
            <a:off x="1428746" y="5343764"/>
            <a:ext cx="603250" cy="814916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Cím 1">
            <a:extLst>
              <a:ext uri="{FF2B5EF4-FFF2-40B4-BE49-F238E27FC236}">
                <a16:creationId xmlns:a16="http://schemas.microsoft.com/office/drawing/2014/main" id="{1682FB10-9C80-2603-603D-7480B7A4F197}"/>
              </a:ext>
            </a:extLst>
          </p:cNvPr>
          <p:cNvSpPr txBox="1">
            <a:spLocks/>
          </p:cNvSpPr>
          <p:nvPr/>
        </p:nvSpPr>
        <p:spPr>
          <a:xfrm>
            <a:off x="1732748" y="279887"/>
            <a:ext cx="7857144" cy="131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6600" err="1">
                <a:solidFill>
                  <a:srgbClr val="E7D7C1"/>
                </a:solidFill>
                <a:latin typeface="HGGothicE"/>
                <a:ea typeface="HGGothicE"/>
              </a:rPr>
              <a:t>Tests</a:t>
            </a:r>
          </a:p>
          <a:p>
            <a:pPr algn="ctr"/>
            <a:endParaRPr lang="hu-HU"/>
          </a:p>
        </p:txBody>
      </p:sp>
      <p:pic>
        <p:nvPicPr>
          <p:cNvPr id="2" name="Kép 1" descr="A képen szöveg, képernyőkép, Betűtípus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5699EDD3-650C-2233-336B-11869BF12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184" y="2173777"/>
            <a:ext cx="8315325" cy="1533525"/>
          </a:xfrm>
          <a:prstGeom prst="rect">
            <a:avLst/>
          </a:prstGeom>
          <a:ln w="57150">
            <a:solidFill>
              <a:srgbClr val="E7D7C1"/>
            </a:solidFill>
          </a:ln>
        </p:spPr>
      </p:pic>
      <p:pic>
        <p:nvPicPr>
          <p:cNvPr id="9" name="Kép 8" descr="A képen szöveg, Betűtípus, sor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00714D63-CDB1-9E3D-AFB9-C1DA891B5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217" y="3958003"/>
            <a:ext cx="8319722" cy="944685"/>
          </a:xfrm>
          <a:prstGeom prst="rect">
            <a:avLst/>
          </a:prstGeom>
          <a:ln w="57150">
            <a:solidFill>
              <a:srgbClr val="E7D7C1"/>
            </a:solidFill>
          </a:ln>
        </p:spPr>
      </p:pic>
    </p:spTree>
    <p:extLst>
      <p:ext uri="{BB962C8B-B14F-4D97-AF65-F5344CB8AC3E}">
        <p14:creationId xmlns:p14="http://schemas.microsoft.com/office/powerpoint/2010/main" val="8563008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9A27F7-3B95-8FD3-507B-83D0A1A54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2669EB3C-C25A-65DD-A8CD-34AC699923F6}"/>
              </a:ext>
            </a:extLst>
          </p:cNvPr>
          <p:cNvSpPr/>
          <p:nvPr/>
        </p:nvSpPr>
        <p:spPr>
          <a:xfrm>
            <a:off x="11538791" y="485204"/>
            <a:ext cx="603250" cy="814916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42469D32-D0F1-5873-AA7C-B16E8879BD93}"/>
              </a:ext>
            </a:extLst>
          </p:cNvPr>
          <p:cNvSpPr/>
          <p:nvPr/>
        </p:nvSpPr>
        <p:spPr>
          <a:xfrm>
            <a:off x="-267891" y="1"/>
            <a:ext cx="12276666" cy="6858000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Téglalap: lekerekített 10">
            <a:extLst>
              <a:ext uri="{FF2B5EF4-FFF2-40B4-BE49-F238E27FC236}">
                <a16:creationId xmlns:a16="http://schemas.microsoft.com/office/drawing/2014/main" id="{77CB687A-B2B9-8714-1E98-8918E6204F1A}"/>
              </a:ext>
            </a:extLst>
          </p:cNvPr>
          <p:cNvSpPr/>
          <p:nvPr/>
        </p:nvSpPr>
        <p:spPr>
          <a:xfrm>
            <a:off x="11402145" y="1027767"/>
            <a:ext cx="603250" cy="814916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: lekerekített 12">
            <a:extLst>
              <a:ext uri="{FF2B5EF4-FFF2-40B4-BE49-F238E27FC236}">
                <a16:creationId xmlns:a16="http://schemas.microsoft.com/office/drawing/2014/main" id="{5D7D71D0-4EA3-113B-AC89-8F0D15622C87}"/>
              </a:ext>
            </a:extLst>
          </p:cNvPr>
          <p:cNvSpPr/>
          <p:nvPr/>
        </p:nvSpPr>
        <p:spPr>
          <a:xfrm>
            <a:off x="-106380" y="-9647"/>
            <a:ext cx="11959166" cy="6858000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85B8971B-63E5-72FB-0454-2D5292539D11}"/>
              </a:ext>
            </a:extLst>
          </p:cNvPr>
          <p:cNvSpPr/>
          <p:nvPr/>
        </p:nvSpPr>
        <p:spPr>
          <a:xfrm>
            <a:off x="-647902" y="-9646"/>
            <a:ext cx="12276665" cy="6858000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: lekerekített 19">
            <a:extLst>
              <a:ext uri="{FF2B5EF4-FFF2-40B4-BE49-F238E27FC236}">
                <a16:creationId xmlns:a16="http://schemas.microsoft.com/office/drawing/2014/main" id="{2A9A6F79-F261-1F22-170B-29344EEC04AC}"/>
              </a:ext>
            </a:extLst>
          </p:cNvPr>
          <p:cNvSpPr/>
          <p:nvPr/>
        </p:nvSpPr>
        <p:spPr>
          <a:xfrm>
            <a:off x="11236666" y="1585107"/>
            <a:ext cx="603250" cy="814916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Téglalap: lekerekített 23">
            <a:extLst>
              <a:ext uri="{FF2B5EF4-FFF2-40B4-BE49-F238E27FC236}">
                <a16:creationId xmlns:a16="http://schemas.microsoft.com/office/drawing/2014/main" id="{CCC4E9D7-32EE-F3E4-15ED-7A36D0CAE983}"/>
              </a:ext>
            </a:extLst>
          </p:cNvPr>
          <p:cNvSpPr/>
          <p:nvPr/>
        </p:nvSpPr>
        <p:spPr>
          <a:xfrm>
            <a:off x="-941102" y="0"/>
            <a:ext cx="12276666" cy="6858000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Téglalap: lekerekített 27">
            <a:extLst>
              <a:ext uri="{FF2B5EF4-FFF2-40B4-BE49-F238E27FC236}">
                <a16:creationId xmlns:a16="http://schemas.microsoft.com/office/drawing/2014/main" id="{7B385F23-B9A0-DA95-D4C7-124601081E66}"/>
              </a:ext>
            </a:extLst>
          </p:cNvPr>
          <p:cNvSpPr/>
          <p:nvPr/>
        </p:nvSpPr>
        <p:spPr>
          <a:xfrm>
            <a:off x="11041404" y="2288492"/>
            <a:ext cx="603250" cy="814916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" name="Téglalap: lekerekített 31">
            <a:extLst>
              <a:ext uri="{FF2B5EF4-FFF2-40B4-BE49-F238E27FC236}">
                <a16:creationId xmlns:a16="http://schemas.microsoft.com/office/drawing/2014/main" id="{BDDBCAEF-8545-9C41-A5B7-46A9FE11EE4C}"/>
              </a:ext>
            </a:extLst>
          </p:cNvPr>
          <p:cNvSpPr/>
          <p:nvPr/>
        </p:nvSpPr>
        <p:spPr>
          <a:xfrm>
            <a:off x="-1243948" y="0"/>
            <a:ext cx="12276666" cy="6858000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6" name="Téglalap: lekerekített 35">
            <a:extLst>
              <a:ext uri="{FF2B5EF4-FFF2-40B4-BE49-F238E27FC236}">
                <a16:creationId xmlns:a16="http://schemas.microsoft.com/office/drawing/2014/main" id="{D2C565C8-3996-FDCC-1AAF-DE226C5DAC26}"/>
              </a:ext>
            </a:extLst>
          </p:cNvPr>
          <p:cNvSpPr/>
          <p:nvPr/>
        </p:nvSpPr>
        <p:spPr>
          <a:xfrm>
            <a:off x="10742391" y="2838289"/>
            <a:ext cx="603250" cy="814916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Téglalap: lekerekített 39">
            <a:extLst>
              <a:ext uri="{FF2B5EF4-FFF2-40B4-BE49-F238E27FC236}">
                <a16:creationId xmlns:a16="http://schemas.microsoft.com/office/drawing/2014/main" id="{BCF4F757-7436-66D4-3D96-074D322C99CA}"/>
              </a:ext>
            </a:extLst>
          </p:cNvPr>
          <p:cNvSpPr/>
          <p:nvPr/>
        </p:nvSpPr>
        <p:spPr>
          <a:xfrm>
            <a:off x="-1527255" y="0"/>
            <a:ext cx="12296204" cy="6858000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4" name="Téglalap: lekerekített 43">
            <a:extLst>
              <a:ext uri="{FF2B5EF4-FFF2-40B4-BE49-F238E27FC236}">
                <a16:creationId xmlns:a16="http://schemas.microsoft.com/office/drawing/2014/main" id="{645419B9-73FA-3AC8-9C80-09D3CBB34BC8}"/>
              </a:ext>
            </a:extLst>
          </p:cNvPr>
          <p:cNvSpPr/>
          <p:nvPr/>
        </p:nvSpPr>
        <p:spPr>
          <a:xfrm>
            <a:off x="10541811" y="3420238"/>
            <a:ext cx="603250" cy="814916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7" name="Téglalap: lekerekített 46">
            <a:extLst>
              <a:ext uri="{FF2B5EF4-FFF2-40B4-BE49-F238E27FC236}">
                <a16:creationId xmlns:a16="http://schemas.microsoft.com/office/drawing/2014/main" id="{69B26122-54BF-776C-FCDC-3CCD2B096D9A}"/>
              </a:ext>
            </a:extLst>
          </p:cNvPr>
          <p:cNvSpPr/>
          <p:nvPr/>
        </p:nvSpPr>
        <p:spPr>
          <a:xfrm>
            <a:off x="-1751947" y="0"/>
            <a:ext cx="12296204" cy="6858000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9" name="Téglalap: lekerekített 48">
            <a:extLst>
              <a:ext uri="{FF2B5EF4-FFF2-40B4-BE49-F238E27FC236}">
                <a16:creationId xmlns:a16="http://schemas.microsoft.com/office/drawing/2014/main" id="{926560C3-79A2-8418-8661-9546D7B1D38F}"/>
              </a:ext>
            </a:extLst>
          </p:cNvPr>
          <p:cNvSpPr/>
          <p:nvPr/>
        </p:nvSpPr>
        <p:spPr>
          <a:xfrm>
            <a:off x="10355949" y="3959276"/>
            <a:ext cx="583712" cy="814916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1" name="Téglalap: lekerekített 50">
            <a:extLst>
              <a:ext uri="{FF2B5EF4-FFF2-40B4-BE49-F238E27FC236}">
                <a16:creationId xmlns:a16="http://schemas.microsoft.com/office/drawing/2014/main" id="{7663A8FF-5AA6-C360-A578-082078E78B3C}"/>
              </a:ext>
            </a:extLst>
          </p:cNvPr>
          <p:cNvSpPr/>
          <p:nvPr/>
        </p:nvSpPr>
        <p:spPr>
          <a:xfrm>
            <a:off x="10059615" y="4526437"/>
            <a:ext cx="603250" cy="814916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3" name="Téglalap: lekerekített 52">
            <a:extLst>
              <a:ext uri="{FF2B5EF4-FFF2-40B4-BE49-F238E27FC236}">
                <a16:creationId xmlns:a16="http://schemas.microsoft.com/office/drawing/2014/main" id="{CF9DEDDD-36B4-8A1F-6AE5-FFF061916482}"/>
              </a:ext>
            </a:extLst>
          </p:cNvPr>
          <p:cNvSpPr/>
          <p:nvPr/>
        </p:nvSpPr>
        <p:spPr>
          <a:xfrm>
            <a:off x="-2058864" y="-1"/>
            <a:ext cx="12393896" cy="6858000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5" name="Téglalap: lekerekített 54">
            <a:extLst>
              <a:ext uri="{FF2B5EF4-FFF2-40B4-BE49-F238E27FC236}">
                <a16:creationId xmlns:a16="http://schemas.microsoft.com/office/drawing/2014/main" id="{5D470327-53D6-283C-2398-A589D41BAD5C}"/>
              </a:ext>
            </a:extLst>
          </p:cNvPr>
          <p:cNvSpPr/>
          <p:nvPr/>
        </p:nvSpPr>
        <p:spPr>
          <a:xfrm>
            <a:off x="-2355197" y="-2"/>
            <a:ext cx="12501358" cy="6858000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7" name="Téglalap: lekerekített 56">
            <a:extLst>
              <a:ext uri="{FF2B5EF4-FFF2-40B4-BE49-F238E27FC236}">
                <a16:creationId xmlns:a16="http://schemas.microsoft.com/office/drawing/2014/main" id="{01AA7CEF-83A4-419F-D209-7930968903EE}"/>
              </a:ext>
            </a:extLst>
          </p:cNvPr>
          <p:cNvSpPr/>
          <p:nvPr/>
        </p:nvSpPr>
        <p:spPr>
          <a:xfrm>
            <a:off x="9843434" y="5078872"/>
            <a:ext cx="603250" cy="814916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Téglalap: lekerekített 42">
            <a:extLst>
              <a:ext uri="{FF2B5EF4-FFF2-40B4-BE49-F238E27FC236}">
                <a16:creationId xmlns:a16="http://schemas.microsoft.com/office/drawing/2014/main" id="{C957E5B2-4F2B-3BE6-2AC5-58F14F992935}"/>
              </a:ext>
            </a:extLst>
          </p:cNvPr>
          <p:cNvSpPr/>
          <p:nvPr/>
        </p:nvSpPr>
        <p:spPr>
          <a:xfrm>
            <a:off x="-2662113" y="-3"/>
            <a:ext cx="4275666" cy="6858000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5" name="Téglalap: lekerekített 44">
            <a:extLst>
              <a:ext uri="{FF2B5EF4-FFF2-40B4-BE49-F238E27FC236}">
                <a16:creationId xmlns:a16="http://schemas.microsoft.com/office/drawing/2014/main" id="{E44BBAF5-643C-C00D-A813-FD7FE9FC8CC6}"/>
              </a:ext>
            </a:extLst>
          </p:cNvPr>
          <p:cNvSpPr/>
          <p:nvPr/>
        </p:nvSpPr>
        <p:spPr>
          <a:xfrm>
            <a:off x="1428746" y="5343764"/>
            <a:ext cx="603250" cy="814916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Cím 1">
            <a:extLst>
              <a:ext uri="{FF2B5EF4-FFF2-40B4-BE49-F238E27FC236}">
                <a16:creationId xmlns:a16="http://schemas.microsoft.com/office/drawing/2014/main" id="{D29FB096-08AF-393A-85BE-F9992C0DF877}"/>
              </a:ext>
            </a:extLst>
          </p:cNvPr>
          <p:cNvSpPr txBox="1">
            <a:spLocks/>
          </p:cNvSpPr>
          <p:nvPr/>
        </p:nvSpPr>
        <p:spPr>
          <a:xfrm>
            <a:off x="1732748" y="279887"/>
            <a:ext cx="7857144" cy="131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6600" err="1">
                <a:solidFill>
                  <a:srgbClr val="E7D7C1"/>
                </a:solidFill>
                <a:latin typeface="HGGothicE"/>
                <a:ea typeface="HGGothicE"/>
              </a:rPr>
              <a:t>Tests</a:t>
            </a:r>
          </a:p>
          <a:p>
            <a:pPr algn="ctr"/>
            <a:endParaRPr lang="hu-HU"/>
          </a:p>
        </p:txBody>
      </p:sp>
      <p:pic>
        <p:nvPicPr>
          <p:cNvPr id="5" name="Kép 4" descr="A képen szöveg, képernyőkép, Betűtípus, sor látható&#10;&#10;Lehet, hogy az AI által létrehozott tartalom helytelen.">
            <a:extLst>
              <a:ext uri="{FF2B5EF4-FFF2-40B4-BE49-F238E27FC236}">
                <a16:creationId xmlns:a16="http://schemas.microsoft.com/office/drawing/2014/main" id="{9829EB86-9340-F265-D219-57FC99396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620" y="2771288"/>
            <a:ext cx="8310685" cy="1315427"/>
          </a:xfrm>
          <a:prstGeom prst="rect">
            <a:avLst/>
          </a:prstGeom>
          <a:ln w="57150">
            <a:solidFill>
              <a:srgbClr val="E7D7C1"/>
            </a:solidFill>
          </a:ln>
        </p:spPr>
      </p:pic>
    </p:spTree>
    <p:extLst>
      <p:ext uri="{BB962C8B-B14F-4D97-AF65-F5344CB8AC3E}">
        <p14:creationId xmlns:p14="http://schemas.microsoft.com/office/powerpoint/2010/main" val="29432078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E1F953-B23E-78AE-0B58-26A945CB6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EC93BB94-0F76-70A2-6900-E50AAEF74587}"/>
              </a:ext>
            </a:extLst>
          </p:cNvPr>
          <p:cNvSpPr/>
          <p:nvPr/>
        </p:nvSpPr>
        <p:spPr>
          <a:xfrm>
            <a:off x="11538791" y="485204"/>
            <a:ext cx="603250" cy="814916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D0080A00-7B1A-89DA-2D9C-D512DF6DC5FA}"/>
              </a:ext>
            </a:extLst>
          </p:cNvPr>
          <p:cNvSpPr/>
          <p:nvPr/>
        </p:nvSpPr>
        <p:spPr>
          <a:xfrm>
            <a:off x="-267891" y="1"/>
            <a:ext cx="12276666" cy="6858000"/>
          </a:xfrm>
          <a:prstGeom prst="roundRect">
            <a:avLst/>
          </a:prstGeom>
          <a:solidFill>
            <a:srgbClr val="8C1C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4D932509-309D-9D3F-8E8E-FC09BB61CC30}"/>
              </a:ext>
            </a:extLst>
          </p:cNvPr>
          <p:cNvSpPr/>
          <p:nvPr/>
        </p:nvSpPr>
        <p:spPr>
          <a:xfrm>
            <a:off x="11402145" y="1027767"/>
            <a:ext cx="603250" cy="814916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: lekerekített 11">
            <a:extLst>
              <a:ext uri="{FF2B5EF4-FFF2-40B4-BE49-F238E27FC236}">
                <a16:creationId xmlns:a16="http://schemas.microsoft.com/office/drawing/2014/main" id="{256E79AF-6E93-1CBA-AD4E-72A9ABD36544}"/>
              </a:ext>
            </a:extLst>
          </p:cNvPr>
          <p:cNvSpPr/>
          <p:nvPr/>
        </p:nvSpPr>
        <p:spPr>
          <a:xfrm>
            <a:off x="-106380" y="-9647"/>
            <a:ext cx="11959166" cy="6858000"/>
          </a:xfrm>
          <a:prstGeom prst="roundRect">
            <a:avLst/>
          </a:prstGeom>
          <a:solidFill>
            <a:srgbClr val="78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18801D45-3D2C-7468-9053-4F1D4EB2AA11}"/>
              </a:ext>
            </a:extLst>
          </p:cNvPr>
          <p:cNvSpPr/>
          <p:nvPr/>
        </p:nvSpPr>
        <p:spPr>
          <a:xfrm>
            <a:off x="-647902" y="-9646"/>
            <a:ext cx="12276665" cy="6858000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0773C23A-F206-F057-5E78-2F242A8CE06A}"/>
              </a:ext>
            </a:extLst>
          </p:cNvPr>
          <p:cNvSpPr/>
          <p:nvPr/>
        </p:nvSpPr>
        <p:spPr>
          <a:xfrm>
            <a:off x="11236666" y="1585107"/>
            <a:ext cx="603250" cy="814916"/>
          </a:xfrm>
          <a:prstGeom prst="roundRect">
            <a:avLst/>
          </a:prstGeom>
          <a:solidFill>
            <a:srgbClr val="A63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" name="Téglalap: lekerekített 21">
            <a:extLst>
              <a:ext uri="{FF2B5EF4-FFF2-40B4-BE49-F238E27FC236}">
                <a16:creationId xmlns:a16="http://schemas.microsoft.com/office/drawing/2014/main" id="{D88552F7-C463-0563-8102-E536A9203512}"/>
              </a:ext>
            </a:extLst>
          </p:cNvPr>
          <p:cNvSpPr/>
          <p:nvPr/>
        </p:nvSpPr>
        <p:spPr>
          <a:xfrm>
            <a:off x="-941102" y="0"/>
            <a:ext cx="12276666" cy="6858000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" name="Téglalap: lekerekített 25">
            <a:extLst>
              <a:ext uri="{FF2B5EF4-FFF2-40B4-BE49-F238E27FC236}">
                <a16:creationId xmlns:a16="http://schemas.microsoft.com/office/drawing/2014/main" id="{32657E49-81C9-96DD-F1B1-A114F445EF62}"/>
              </a:ext>
            </a:extLst>
          </p:cNvPr>
          <p:cNvSpPr/>
          <p:nvPr/>
        </p:nvSpPr>
        <p:spPr>
          <a:xfrm>
            <a:off x="11041404" y="2288492"/>
            <a:ext cx="603250" cy="814916"/>
          </a:xfrm>
          <a:prstGeom prst="roundRect">
            <a:avLst/>
          </a:prstGeom>
          <a:solidFill>
            <a:srgbClr val="BF4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" name="Téglalap: lekerekített 29">
            <a:extLst>
              <a:ext uri="{FF2B5EF4-FFF2-40B4-BE49-F238E27FC236}">
                <a16:creationId xmlns:a16="http://schemas.microsoft.com/office/drawing/2014/main" id="{9EA01714-23C0-5C0F-68A1-502F7DB9DB56}"/>
              </a:ext>
            </a:extLst>
          </p:cNvPr>
          <p:cNvSpPr/>
          <p:nvPr/>
        </p:nvSpPr>
        <p:spPr>
          <a:xfrm>
            <a:off x="-1243948" y="0"/>
            <a:ext cx="12276666" cy="6858000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4" name="Téglalap: lekerekített 33">
            <a:extLst>
              <a:ext uri="{FF2B5EF4-FFF2-40B4-BE49-F238E27FC236}">
                <a16:creationId xmlns:a16="http://schemas.microsoft.com/office/drawing/2014/main" id="{35C93B9F-FE6F-89E5-715E-131C085F826E}"/>
              </a:ext>
            </a:extLst>
          </p:cNvPr>
          <p:cNvSpPr/>
          <p:nvPr/>
        </p:nvSpPr>
        <p:spPr>
          <a:xfrm>
            <a:off x="10742391" y="2838289"/>
            <a:ext cx="603250" cy="814916"/>
          </a:xfrm>
          <a:prstGeom prst="roundRect">
            <a:avLst/>
          </a:prstGeom>
          <a:solidFill>
            <a:srgbClr val="D38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8" name="Téglalap: lekerekített 37">
            <a:extLst>
              <a:ext uri="{FF2B5EF4-FFF2-40B4-BE49-F238E27FC236}">
                <a16:creationId xmlns:a16="http://schemas.microsoft.com/office/drawing/2014/main" id="{23B7F411-31E7-5E99-6BF8-F350073079E0}"/>
              </a:ext>
            </a:extLst>
          </p:cNvPr>
          <p:cNvSpPr/>
          <p:nvPr/>
        </p:nvSpPr>
        <p:spPr>
          <a:xfrm>
            <a:off x="-1527255" y="0"/>
            <a:ext cx="12296204" cy="6858000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2" name="Téglalap: lekerekített 41">
            <a:extLst>
              <a:ext uri="{FF2B5EF4-FFF2-40B4-BE49-F238E27FC236}">
                <a16:creationId xmlns:a16="http://schemas.microsoft.com/office/drawing/2014/main" id="{50867060-CBB0-1FFE-AC77-A517C19ABBBD}"/>
              </a:ext>
            </a:extLst>
          </p:cNvPr>
          <p:cNvSpPr/>
          <p:nvPr/>
        </p:nvSpPr>
        <p:spPr>
          <a:xfrm>
            <a:off x="10541811" y="3420238"/>
            <a:ext cx="603250" cy="814916"/>
          </a:xfrm>
          <a:prstGeom prst="roundRect">
            <a:avLst/>
          </a:prstGeom>
          <a:solidFill>
            <a:srgbClr val="E7D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6" name="Téglalap: lekerekített 45">
            <a:extLst>
              <a:ext uri="{FF2B5EF4-FFF2-40B4-BE49-F238E27FC236}">
                <a16:creationId xmlns:a16="http://schemas.microsoft.com/office/drawing/2014/main" id="{7B64D98D-D702-4386-C974-C2870EE28016}"/>
              </a:ext>
            </a:extLst>
          </p:cNvPr>
          <p:cNvSpPr/>
          <p:nvPr/>
        </p:nvSpPr>
        <p:spPr>
          <a:xfrm>
            <a:off x="-1751947" y="0"/>
            <a:ext cx="12296204" cy="6858000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8" name="Téglalap: lekerekített 47">
            <a:extLst>
              <a:ext uri="{FF2B5EF4-FFF2-40B4-BE49-F238E27FC236}">
                <a16:creationId xmlns:a16="http://schemas.microsoft.com/office/drawing/2014/main" id="{D94FF702-9F21-6ADA-AA43-CD0C7112DC0A}"/>
              </a:ext>
            </a:extLst>
          </p:cNvPr>
          <p:cNvSpPr/>
          <p:nvPr/>
        </p:nvSpPr>
        <p:spPr>
          <a:xfrm>
            <a:off x="10355949" y="3959276"/>
            <a:ext cx="583712" cy="814916"/>
          </a:xfrm>
          <a:prstGeom prst="roundRect">
            <a:avLst/>
          </a:prstGeom>
          <a:solidFill>
            <a:srgbClr val="C7B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0" name="Téglalap: lekerekített 49">
            <a:extLst>
              <a:ext uri="{FF2B5EF4-FFF2-40B4-BE49-F238E27FC236}">
                <a16:creationId xmlns:a16="http://schemas.microsoft.com/office/drawing/2014/main" id="{0015F3EF-BFD2-B6BA-8A34-171EC374EE91}"/>
              </a:ext>
            </a:extLst>
          </p:cNvPr>
          <p:cNvSpPr/>
          <p:nvPr/>
        </p:nvSpPr>
        <p:spPr>
          <a:xfrm>
            <a:off x="10059615" y="4526437"/>
            <a:ext cx="603250" cy="814916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2" name="Téglalap: lekerekített 51">
            <a:extLst>
              <a:ext uri="{FF2B5EF4-FFF2-40B4-BE49-F238E27FC236}">
                <a16:creationId xmlns:a16="http://schemas.microsoft.com/office/drawing/2014/main" id="{ED4949BC-93A0-A42E-1F0A-30C5E5E06BF5}"/>
              </a:ext>
            </a:extLst>
          </p:cNvPr>
          <p:cNvSpPr/>
          <p:nvPr/>
        </p:nvSpPr>
        <p:spPr>
          <a:xfrm>
            <a:off x="-2058864" y="-1"/>
            <a:ext cx="12393896" cy="6858000"/>
          </a:xfrm>
          <a:prstGeom prst="roundRect">
            <a:avLst/>
          </a:prstGeom>
          <a:solidFill>
            <a:srgbClr val="A78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4" name="Téglalap: lekerekített 53">
            <a:extLst>
              <a:ext uri="{FF2B5EF4-FFF2-40B4-BE49-F238E27FC236}">
                <a16:creationId xmlns:a16="http://schemas.microsoft.com/office/drawing/2014/main" id="{0F5A99F3-E626-4134-2B17-E4C37A9685E8}"/>
              </a:ext>
            </a:extLst>
          </p:cNvPr>
          <p:cNvSpPr/>
          <p:nvPr/>
        </p:nvSpPr>
        <p:spPr>
          <a:xfrm>
            <a:off x="-2355197" y="-2"/>
            <a:ext cx="12501358" cy="6858000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6" name="Téglalap: lekerekített 55">
            <a:extLst>
              <a:ext uri="{FF2B5EF4-FFF2-40B4-BE49-F238E27FC236}">
                <a16:creationId xmlns:a16="http://schemas.microsoft.com/office/drawing/2014/main" id="{644BD346-3AB5-2E8A-22AC-295ECECC5EA1}"/>
              </a:ext>
            </a:extLst>
          </p:cNvPr>
          <p:cNvSpPr/>
          <p:nvPr/>
        </p:nvSpPr>
        <p:spPr>
          <a:xfrm>
            <a:off x="9843434" y="5078872"/>
            <a:ext cx="603250" cy="814916"/>
          </a:xfrm>
          <a:prstGeom prst="roundRect">
            <a:avLst/>
          </a:prstGeom>
          <a:solidFill>
            <a:srgbClr val="735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Téglalap: lekerekített 42">
            <a:extLst>
              <a:ext uri="{FF2B5EF4-FFF2-40B4-BE49-F238E27FC236}">
                <a16:creationId xmlns:a16="http://schemas.microsoft.com/office/drawing/2014/main" id="{423BE104-2DC2-C402-0C11-0D10BDD95CF5}"/>
              </a:ext>
            </a:extLst>
          </p:cNvPr>
          <p:cNvSpPr/>
          <p:nvPr/>
        </p:nvSpPr>
        <p:spPr>
          <a:xfrm>
            <a:off x="-2662113" y="-3"/>
            <a:ext cx="12618589" cy="6858000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5" name="Téglalap: lekerekített 44">
            <a:extLst>
              <a:ext uri="{FF2B5EF4-FFF2-40B4-BE49-F238E27FC236}">
                <a16:creationId xmlns:a16="http://schemas.microsoft.com/office/drawing/2014/main" id="{34C9C1A8-F1A9-A5D4-EF9F-862778860980}"/>
              </a:ext>
            </a:extLst>
          </p:cNvPr>
          <p:cNvSpPr/>
          <p:nvPr/>
        </p:nvSpPr>
        <p:spPr>
          <a:xfrm>
            <a:off x="9654315" y="5488448"/>
            <a:ext cx="603250" cy="814916"/>
          </a:xfrm>
          <a:prstGeom prst="roundRect">
            <a:avLst/>
          </a:prstGeom>
          <a:solidFill>
            <a:srgbClr val="8066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1AB8F10D-A594-A08F-800E-6B1A882A04BF}"/>
              </a:ext>
            </a:extLst>
          </p:cNvPr>
          <p:cNvSpPr txBox="1">
            <a:spLocks/>
          </p:cNvSpPr>
          <p:nvPr/>
        </p:nvSpPr>
        <p:spPr>
          <a:xfrm>
            <a:off x="2094210" y="1715965"/>
            <a:ext cx="5786068" cy="314528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6600" err="1">
                <a:solidFill>
                  <a:srgbClr val="E7D7C1"/>
                </a:solidFill>
                <a:latin typeface="HGGothicE"/>
                <a:ea typeface="HGGothicE"/>
              </a:rPr>
              <a:t>Thank</a:t>
            </a:r>
            <a:r>
              <a:rPr lang="hu-HU" sz="6600">
                <a:solidFill>
                  <a:srgbClr val="E7D7C1"/>
                </a:solidFill>
                <a:latin typeface="HGGothicE"/>
                <a:ea typeface="HGGothicE"/>
              </a:rPr>
              <a:t> </a:t>
            </a:r>
            <a:r>
              <a:rPr lang="hu-HU" sz="6600" err="1">
                <a:solidFill>
                  <a:srgbClr val="E7D7C1"/>
                </a:solidFill>
                <a:latin typeface="HGGothicE"/>
                <a:ea typeface="HGGothicE"/>
              </a:rPr>
              <a:t>you</a:t>
            </a:r>
            <a:r>
              <a:rPr lang="hu-HU" sz="6600">
                <a:solidFill>
                  <a:srgbClr val="E7D7C1"/>
                </a:solidFill>
                <a:latin typeface="HGGothicE"/>
                <a:ea typeface="HGGothicE"/>
              </a:rPr>
              <a:t> </a:t>
            </a:r>
            <a:r>
              <a:rPr lang="hu-HU" sz="6600" err="1">
                <a:solidFill>
                  <a:srgbClr val="E7D7C1"/>
                </a:solidFill>
                <a:latin typeface="HGGothicE"/>
                <a:ea typeface="HGGothicE"/>
              </a:rPr>
              <a:t>for</a:t>
            </a:r>
            <a:r>
              <a:rPr lang="hu-HU" sz="6600">
                <a:solidFill>
                  <a:srgbClr val="E7D7C1"/>
                </a:solidFill>
                <a:latin typeface="HGGothicE"/>
                <a:ea typeface="HGGothicE"/>
              </a:rPr>
              <a:t> </a:t>
            </a:r>
            <a:r>
              <a:rPr lang="hu-HU" sz="6600" err="1">
                <a:solidFill>
                  <a:srgbClr val="E7D7C1"/>
                </a:solidFill>
                <a:latin typeface="HGGothicE"/>
                <a:ea typeface="HGGothicE"/>
              </a:rPr>
              <a:t>your</a:t>
            </a:r>
            <a:r>
              <a:rPr lang="hu-HU" sz="6600">
                <a:solidFill>
                  <a:srgbClr val="E7D7C1"/>
                </a:solidFill>
                <a:latin typeface="HGGothicE"/>
                <a:ea typeface="HGGothicE"/>
              </a:rPr>
              <a:t> </a:t>
            </a:r>
            <a:r>
              <a:rPr lang="hu-HU" sz="6600" err="1">
                <a:solidFill>
                  <a:srgbClr val="E7D7C1"/>
                </a:solidFill>
                <a:latin typeface="HGGothicE"/>
                <a:ea typeface="HGGothicE"/>
              </a:rPr>
              <a:t>attention</a:t>
            </a:r>
            <a:r>
              <a:rPr lang="hu-HU" sz="6600">
                <a:solidFill>
                  <a:srgbClr val="E7D7C1"/>
                </a:solidFill>
                <a:latin typeface="HGGothicE"/>
                <a:ea typeface="HGGothicE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529302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Szélesvásznú</PresentationFormat>
  <Slides>34</Slides>
  <Notes>0</Notes>
  <HiddenSlides>0</HiddenSlide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34</vt:i4>
      </vt:variant>
    </vt:vector>
  </HeadingPairs>
  <TitlesOfParts>
    <vt:vector size="35" baseType="lpstr">
      <vt:lpstr>VanillaVTI</vt:lpstr>
      <vt:lpstr>TICKETZ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181</cp:revision>
  <dcterms:created xsi:type="dcterms:W3CDTF">2025-11-11T19:49:30Z</dcterms:created>
  <dcterms:modified xsi:type="dcterms:W3CDTF">2026-04-22T19:28:27Z</dcterms:modified>
</cp:coreProperties>
</file>